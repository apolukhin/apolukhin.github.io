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_rels/slideLayout5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3.xml" ContentType="application/vnd.openxmlformats-officedocument.presentationml.slideLayout+xml"/>
  <Override PartName="/ppt/_rels/presentation.xml.rels" ContentType="application/vnd.openxmlformats-package.relationships+xml"/>
  <Override PartName="/ppt/media/image13.svg" ContentType="image/svg"/>
  <Override PartName="/ppt/media/image2.png" ContentType="image/png"/>
  <Override PartName="/ppt/media/image3.svg" ContentType="image/svg"/>
  <Override PartName="/ppt/media/image4.png" ContentType="image/png"/>
  <Override PartName="/ppt/media/image11.svg" ContentType="image/svg"/>
  <Override PartName="/ppt/media/image14.png" ContentType="image/png"/>
  <Override PartName="/ppt/media/image5.png" ContentType="image/png"/>
  <Override PartName="/ppt/media/image10.png" ContentType="image/png"/>
  <Override PartName="/ppt/media/image1.png" ContentType="image/png"/>
  <Override PartName="/ppt/media/image6.jpeg" ContentType="image/jpeg"/>
  <Override PartName="/ppt/media/image9.png" ContentType="image/png"/>
  <Override PartName="/ppt/media/image7.png" ContentType="image/png"/>
  <Override PartName="/ppt/media/image8.png" ContentType="image/png"/>
  <Override PartName="/ppt/media/image12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40.xml" ContentType="application/vnd.openxmlformats-officedocument.presentationml.slide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5.xml.rels" ContentType="application/vnd.openxmlformats-package.relationships+xml"/>
  <Override PartName="/ppt/slides/_rels/slide1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53.xml.rels" ContentType="application/vnd.openxmlformats-package.relationships+xml"/>
  <Override PartName="/ppt/slides/_rels/slide5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51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50.xml.rels" ContentType="application/vnd.openxmlformats-package.relationships+xml"/>
  <Override PartName="/ppt/slides/_rels/slide13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44.xml.rels" ContentType="application/vnd.openxmlformats-package.relationships+xml"/>
  <Override PartName="/ppt/slides/slide38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42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5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</p:sldIdLst>
  <p:sldSz cx="24382413" cy="13716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sv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sv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. Короткое названи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1"/>
          <p:cNvSpPr/>
          <p:nvPr/>
        </p:nvSpPr>
        <p:spPr>
          <a:xfrm>
            <a:off x="913680" y="914400"/>
            <a:ext cx="22554000" cy="8165880"/>
          </a:xfrm>
          <a:prstGeom prst="roundRect">
            <a:avLst>
              <a:gd name="adj" fmla="val 6130"/>
            </a:avLst>
          </a:prstGeom>
          <a:solidFill>
            <a:schemeClr val="tx1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360000" tIns="504000" bIns="0" anchor="t">
            <a:noAutofit/>
          </a:bodyPr>
          <a:p>
            <a:pPr defTabSz="457200">
              <a:lnSpc>
                <a:spcPct val="80000"/>
              </a:lnSpc>
            </a:pPr>
            <a:endParaRPr b="0" lang="ru-RU" sz="9000" strike="noStrike" u="none">
              <a:solidFill>
                <a:schemeClr val="dk1"/>
              </a:solidFill>
              <a:effectLst/>
              <a:uFillTx/>
              <a:latin typeface="YS Display Medium"/>
            </a:endParaRPr>
          </a:p>
        </p:txBody>
      </p:sp>
      <p:pic>
        <p:nvPicPr>
          <p:cNvPr id="1" name="Рисунок 17" descr=""/>
          <p:cNvPicPr/>
          <p:nvPr/>
        </p:nvPicPr>
        <p:blipFill>
          <a:blip r:embed="rId2"/>
          <a:srcRect l="0" t="0" r="23106" b="23227"/>
          <a:stretch/>
        </p:blipFill>
        <p:spPr>
          <a:xfrm>
            <a:off x="15120000" y="4468680"/>
            <a:ext cx="9261720" cy="924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Рисунок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437480" y="1370880"/>
            <a:ext cx="1871280" cy="5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425600" y="2728800"/>
            <a:ext cx="20581560" cy="407808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К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о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р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о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т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к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о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е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 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н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н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и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е</a:t>
            </a:r>
            <a:br>
              <a:rPr sz="14000"/>
            </a:b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п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р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е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е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н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т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ц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и</a:t>
            </a:r>
            <a:r>
              <a:rPr b="0" lang="ru-RU" sz="14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и</a:t>
            </a:r>
            <a:endParaRPr b="0" lang="en-US" sz="14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13840560" y="1363680"/>
            <a:ext cx="907704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r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/ Back to Back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1425600" y="6807240"/>
            <a:ext cx="18663840" cy="181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4572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Подзаголовок, в две строки с более </a:t>
            </a:r>
            <a:br>
              <a:rPr sz="4000"/>
            </a:b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подробным описанием темы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914400" y="10010160"/>
            <a:ext cx="2267640" cy="226764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3684960" y="10295640"/>
            <a:ext cx="10651320" cy="5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body"/>
          </p:nvPr>
        </p:nvSpPr>
        <p:spPr>
          <a:xfrm>
            <a:off x="3684960" y="11010960"/>
            <a:ext cx="10651320" cy="12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Должность,</a:t>
            </a:r>
            <a:br>
              <a:rPr sz="2800"/>
            </a:b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место работы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итель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/>
          <p:nvPr/>
        </p:nvSpPr>
        <p:spPr>
          <a:xfrm>
            <a:off x="913680" y="914400"/>
            <a:ext cx="19175760" cy="10886760"/>
          </a:xfrm>
          <a:prstGeom prst="roundRect">
            <a:avLst>
              <a:gd name="adj" fmla="val 4757"/>
            </a:avLst>
          </a:prstGeom>
          <a:solidFill>
            <a:schemeClr val="tx1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360000" tIns="504000" bIns="0" anchor="t">
            <a:noAutofit/>
          </a:bodyPr>
          <a:p>
            <a:pPr defTabSz="457200">
              <a:lnSpc>
                <a:spcPct val="80000"/>
              </a:lnSpc>
            </a:pPr>
            <a:endParaRPr b="0" lang="ru-RU" sz="9000" strike="noStrike" u="none">
              <a:solidFill>
                <a:schemeClr val="dk1"/>
              </a:solidFill>
              <a:effectLst/>
              <a:uFillTx/>
              <a:latin typeface="YS Display Medium"/>
            </a:endParaRPr>
          </a:p>
        </p:txBody>
      </p:sp>
      <p:pic>
        <p:nvPicPr>
          <p:cNvPr id="10" name="Рисунок 7" descr=""/>
          <p:cNvPicPr/>
          <p:nvPr/>
        </p:nvPicPr>
        <p:blipFill>
          <a:blip r:embed="rId2"/>
          <a:srcRect l="2646" t="14438" r="23725" b="16684"/>
          <a:stretch/>
        </p:blipFill>
        <p:spPr>
          <a:xfrm>
            <a:off x="13588920" y="4070520"/>
            <a:ext cx="10793160" cy="964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Н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н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и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е </a:t>
            </a:r>
            <a:br>
              <a:rPr sz="10000"/>
            </a:b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р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д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е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л</a:t>
            </a: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а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397160" y="9021960"/>
            <a:ext cx="12939120" cy="23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4572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Описание раздела </a:t>
            </a:r>
            <a:br>
              <a:rPr sz="4000"/>
            </a:b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 одну или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01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1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Полилиния: фигура 6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ажная мысль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14400" y="3178080"/>
            <a:ext cx="22553280" cy="77166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К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р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у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п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н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я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 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к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о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р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о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т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к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я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 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в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ж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н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я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 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ф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р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з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а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 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в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 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д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в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е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-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т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р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и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 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с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т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р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о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к</a:t>
            </a: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и</a:t>
            </a:r>
            <a:endParaRPr b="0" lang="en-US" sz="14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2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3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1A16EC-0FF8-40CC-9C34-22DE69DB64D9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тат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4290840" y="1363680"/>
            <a:ext cx="19176480" cy="9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8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Цитата</a:t>
            </a:r>
            <a:endParaRPr b="0" lang="en-US" sz="1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1" name="TextBox 2"/>
          <p:cNvSpPr/>
          <p:nvPr/>
        </p:nvSpPr>
        <p:spPr>
          <a:xfrm>
            <a:off x="914400" y="635040"/>
            <a:ext cx="3376080" cy="24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ru-RU" sz="40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«</a:t>
            </a:r>
            <a:endParaRPr b="0" lang="en-US" sz="40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290840" y="11259360"/>
            <a:ext cx="19176480" cy="70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accent2"/>
                </a:solidFill>
                <a:effectLst/>
                <a:uFillTx/>
                <a:latin typeface="YS Text Regular"/>
              </a:rPr>
              <a:t>Имя Фамилия</a:t>
            </a:r>
            <a:endParaRPr b="0" lang="en-US" sz="4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4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5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134EC6-0713-41AF-9AF3-67DC3C0CBACB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Полилиния: фигура 7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ажная цифра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2830680" y="6916320"/>
            <a:ext cx="18719280" cy="4884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algn="ctr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важная цифра</a:t>
            </a:r>
            <a:endParaRPr b="0" lang="en-US" sz="1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ftr" idx="6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7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906478-B13E-4438-A080-FD95459605EF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Полилиния: фигура 3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54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 defTabSz="1828800">
              <a:lnSpc>
                <a:spcPct val="100000"/>
              </a:lnSpc>
              <a:buNone/>
            </a:pPr>
            <a:r>
              <a:rPr b="0" lang="ru-RU" sz="30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2 000 000</a:t>
            </a:r>
            <a:endParaRPr b="0" lang="en-US" sz="3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ажная цифра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5443200"/>
          </a:xfrm>
          <a:prstGeom prst="rect">
            <a:avLst/>
          </a:prstGeom>
          <a:noFill/>
          <a:ln w="101520">
            <a:solidFill>
              <a:schemeClr val="accent2"/>
            </a:solidFill>
            <a:round/>
          </a:ln>
        </p:spPr>
        <p:txBody>
          <a:bodyPr lIns="0" rIns="0" tIns="0" bIns="0" anchor="ctr" anchorCtr="1">
            <a:noAutofit/>
          </a:bodyPr>
          <a:p>
            <a:pPr indent="0" algn="ctr" defTabSz="1828800">
              <a:lnSpc>
                <a:spcPct val="100000"/>
              </a:lnSpc>
              <a:buNone/>
            </a:pPr>
            <a:r>
              <a:rPr b="0" lang="ru-RU" sz="3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2 000 000</a:t>
            </a:r>
            <a:endParaRPr b="0" lang="en-US" sz="3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8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9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5BB552-B39D-4B57-942B-953855EC2BA1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Полилиния: фигура 3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2830680" y="6916320"/>
            <a:ext cx="18719280" cy="4884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algn="ctr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14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важная цифра</a:t>
            </a:r>
            <a:endParaRPr b="0" lang="en-US" sz="1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в 1 строку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слайда, основная мысль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0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1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C0CB93-3A60-4116-98A3-80FAF21AF54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в 1 строку + подзаг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слайда, основная мысль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12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13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188A4C-8757-4C94-85F9-4B2D220440B8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914400" y="2281320"/>
            <a:ext cx="2255328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914400" y="4086360"/>
            <a:ext cx="15339600" cy="77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в 2 строки + подзаг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 две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914400" y="3643200"/>
            <a:ext cx="2255328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14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15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D710C5-EF68-4BE8-92A3-E0ADF9DF07A4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914400" y="4992840"/>
            <a:ext cx="15342840" cy="680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в 1 строку + 2 текст-блока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184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слайда, основная мысль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16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17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17D831-E6C2-4AC6-AD0A-49A4B70F93E8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914400" y="5028840"/>
            <a:ext cx="10642320" cy="635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914400" y="2281320"/>
            <a:ext cx="2255328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body"/>
          </p:nvPr>
        </p:nvSpPr>
        <p:spPr>
          <a:xfrm>
            <a:off x="894960" y="3969360"/>
            <a:ext cx="10642320" cy="10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2401"/>
              </a:spcAft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Подзаголовок текстового блока</a:t>
            </a:r>
            <a:endParaRPr b="0" lang="en-US" sz="4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body"/>
          </p:nvPr>
        </p:nvSpPr>
        <p:spPr>
          <a:xfrm>
            <a:off x="12351960" y="3969360"/>
            <a:ext cx="10642320" cy="105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2401"/>
              </a:spcAft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Подзаголовок текстового блока</a:t>
            </a:r>
            <a:endParaRPr b="0" lang="en-US" sz="4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body"/>
          </p:nvPr>
        </p:nvSpPr>
        <p:spPr>
          <a:xfrm>
            <a:off x="12371400" y="5028840"/>
            <a:ext cx="10642320" cy="635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ffffff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в 2 строки + 2 текст-блок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871784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 две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18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19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518287-E422-4637-BE00-759E1738FD17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Полилиния: фигура 6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914400" y="4017960"/>
            <a:ext cx="10642320" cy="774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12371400" y="4017960"/>
            <a:ext cx="10642320" cy="774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ffffff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. Длинное названи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body"/>
          </p:nvPr>
        </p:nvSpPr>
        <p:spPr>
          <a:xfrm>
            <a:off x="914400" y="10010160"/>
            <a:ext cx="2267640" cy="226764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8" name="TextBox 1"/>
          <p:cNvSpPr/>
          <p:nvPr/>
        </p:nvSpPr>
        <p:spPr>
          <a:xfrm>
            <a:off x="913680" y="914400"/>
            <a:ext cx="22554000" cy="8165880"/>
          </a:xfrm>
          <a:prstGeom prst="roundRect">
            <a:avLst>
              <a:gd name="adj" fmla="val 6130"/>
            </a:avLst>
          </a:prstGeom>
          <a:solidFill>
            <a:schemeClr val="tx1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360000" tIns="504000" bIns="0" anchor="t">
            <a:noAutofit/>
          </a:bodyPr>
          <a:p>
            <a:pPr defTabSz="457200">
              <a:lnSpc>
                <a:spcPct val="80000"/>
              </a:lnSpc>
            </a:pPr>
            <a:endParaRPr b="0" lang="ru-RU" sz="9000" strike="noStrike" u="none">
              <a:solidFill>
                <a:schemeClr val="dk1"/>
              </a:solidFill>
              <a:effectLst/>
              <a:uFillTx/>
              <a:latin typeface="YS Display Medium"/>
            </a:endParaRPr>
          </a:p>
        </p:txBody>
      </p:sp>
      <p:pic>
        <p:nvPicPr>
          <p:cNvPr id="69" name="Рисунок 9" descr=""/>
          <p:cNvPicPr/>
          <p:nvPr/>
        </p:nvPicPr>
        <p:blipFill>
          <a:blip r:embed="rId2"/>
          <a:srcRect l="-5280" t="0" r="28386" b="23227"/>
          <a:stretch/>
        </p:blipFill>
        <p:spPr>
          <a:xfrm>
            <a:off x="15120000" y="4468680"/>
            <a:ext cx="9261720" cy="924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Рисунок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437480" y="1370880"/>
            <a:ext cx="1871280" cy="5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1425600" y="2728800"/>
            <a:ext cx="20581560" cy="407808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Длинное название </a:t>
            </a:r>
            <a:br>
              <a:rPr sz="10000"/>
            </a:b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презентации в две или</a:t>
            </a:r>
            <a:br>
              <a:rPr sz="10000"/>
            </a:b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три строки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1425600" y="6807240"/>
            <a:ext cx="18663840" cy="181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4572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Подзаголовок, в две строки с более </a:t>
            </a:r>
            <a:br>
              <a:rPr sz="4000"/>
            </a:b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подробным описанием темы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3684960" y="10295640"/>
            <a:ext cx="5496480" cy="5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13840560" y="1363680"/>
            <a:ext cx="907704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r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/ Back to Back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body"/>
          </p:nvPr>
        </p:nvSpPr>
        <p:spPr>
          <a:xfrm>
            <a:off x="3684960" y="11010960"/>
            <a:ext cx="5496480" cy="12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Должность,</a:t>
            </a:r>
            <a:br>
              <a:rPr sz="2800"/>
            </a:b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место работы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body"/>
          </p:nvPr>
        </p:nvSpPr>
        <p:spPr>
          <a:xfrm>
            <a:off x="9693720" y="10010160"/>
            <a:ext cx="2267640" cy="226764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7" name="PlaceHolder 8"/>
          <p:cNvSpPr>
            <a:spLocks noGrp="1"/>
          </p:cNvSpPr>
          <p:nvPr>
            <p:ph type="body"/>
          </p:nvPr>
        </p:nvSpPr>
        <p:spPr>
          <a:xfrm>
            <a:off x="12464640" y="10295640"/>
            <a:ext cx="5496480" cy="5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8" name="PlaceHolder 9"/>
          <p:cNvSpPr>
            <a:spLocks noGrp="1"/>
          </p:cNvSpPr>
          <p:nvPr>
            <p:ph type="body"/>
          </p:nvPr>
        </p:nvSpPr>
        <p:spPr>
          <a:xfrm>
            <a:off x="12464640" y="11010960"/>
            <a:ext cx="5496480" cy="12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Должность,</a:t>
            </a:r>
            <a:br>
              <a:rPr sz="2800"/>
            </a:b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место работы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в 1 строку + 2 текст-блока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слайда, основная мысль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20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21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D757C3-70B6-4080-BCAE-501C4A573534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914400" y="2281320"/>
            <a:ext cx="2255328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84" name="Текст 7"/>
          <p:cNvSpPr/>
          <p:nvPr/>
        </p:nvSpPr>
        <p:spPr>
          <a:xfrm>
            <a:off x="465120" y="3636000"/>
            <a:ext cx="1109160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914400" y="5450040"/>
            <a:ext cx="10642320" cy="635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86" name="Текст 7"/>
          <p:cNvSpPr/>
          <p:nvPr/>
        </p:nvSpPr>
        <p:spPr>
          <a:xfrm>
            <a:off x="11961720" y="3636000"/>
            <a:ext cx="1109160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12411000" y="5450040"/>
            <a:ext cx="10642320" cy="635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в 1 строку + 2 текст-блока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слайда, основная мысль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22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3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B1919B-928C-4EBF-B5F6-6A80D0333998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914400" y="2281320"/>
            <a:ext cx="2255328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93" name="Текст 7"/>
          <p:cNvSpPr/>
          <p:nvPr/>
        </p:nvSpPr>
        <p:spPr>
          <a:xfrm>
            <a:off x="465120" y="3636000"/>
            <a:ext cx="11091600" cy="1830240"/>
          </a:xfrm>
          <a:prstGeom prst="roundRect">
            <a:avLst>
              <a:gd name="adj" fmla="val 26170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br>
              <a:rPr sz="4000"/>
            </a:b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в две строки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914400" y="5910480"/>
            <a:ext cx="10642320" cy="54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body"/>
          </p:nvPr>
        </p:nvSpPr>
        <p:spPr>
          <a:xfrm>
            <a:off x="12411000" y="5910480"/>
            <a:ext cx="10642320" cy="54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96" name="Текст 7"/>
          <p:cNvSpPr/>
          <p:nvPr/>
        </p:nvSpPr>
        <p:spPr>
          <a:xfrm>
            <a:off x="11961720" y="3636000"/>
            <a:ext cx="11091600" cy="1830240"/>
          </a:xfrm>
          <a:prstGeom prst="roundRect">
            <a:avLst>
              <a:gd name="adj" fmla="val 26170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br>
              <a:rPr sz="4000"/>
            </a:b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в две строки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в 1 строку + 3 текст-блока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слайда, основная мысль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24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25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FB75BE-A137-42A8-BB68-84035E73D6EB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914400" y="5450040"/>
            <a:ext cx="6303240" cy="635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Информация,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 текстовый блок,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описывающий первую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из 3х частей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body"/>
          </p:nvPr>
        </p:nvSpPr>
        <p:spPr>
          <a:xfrm>
            <a:off x="8583480" y="5450040"/>
            <a:ext cx="6303240" cy="635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Информация,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 текстовый блок,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описывающий вторую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из 3х частей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body"/>
          </p:nvPr>
        </p:nvSpPr>
        <p:spPr>
          <a:xfrm>
            <a:off x="16252920" y="5450040"/>
            <a:ext cx="6303240" cy="635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Информация,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текстовый блок,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описывающий третью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из 3х частей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04" name="PlaceHolder 7"/>
          <p:cNvSpPr>
            <a:spLocks noGrp="1"/>
          </p:cNvSpPr>
          <p:nvPr>
            <p:ph type="body"/>
          </p:nvPr>
        </p:nvSpPr>
        <p:spPr>
          <a:xfrm>
            <a:off x="914400" y="2281320"/>
            <a:ext cx="2255328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05" name="Текст 7"/>
          <p:cNvSpPr/>
          <p:nvPr/>
        </p:nvSpPr>
        <p:spPr>
          <a:xfrm>
            <a:off x="465120" y="3636000"/>
            <a:ext cx="719964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Текст 7"/>
          <p:cNvSpPr/>
          <p:nvPr/>
        </p:nvSpPr>
        <p:spPr>
          <a:xfrm>
            <a:off x="8136000" y="3636000"/>
            <a:ext cx="719964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Текст 7"/>
          <p:cNvSpPr/>
          <p:nvPr/>
        </p:nvSpPr>
        <p:spPr>
          <a:xfrm>
            <a:off x="15807240" y="3636000"/>
            <a:ext cx="719964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в 1 строку + 6 текст-блока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слайда, основная мысль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ftr" idx="26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27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55B64A-94AC-49B5-8581-CA2261FD9751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914400" y="5450040"/>
            <a:ext cx="6303240" cy="187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Информация, текстовый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блок, описывающий первую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из 3х частей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914400" y="2281320"/>
            <a:ext cx="2255328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14" name="Текст 7"/>
          <p:cNvSpPr/>
          <p:nvPr/>
        </p:nvSpPr>
        <p:spPr>
          <a:xfrm>
            <a:off x="465120" y="3636000"/>
            <a:ext cx="719964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Текст 7"/>
          <p:cNvSpPr/>
          <p:nvPr/>
        </p:nvSpPr>
        <p:spPr>
          <a:xfrm>
            <a:off x="8136000" y="3636000"/>
            <a:ext cx="719964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Текст 7"/>
          <p:cNvSpPr/>
          <p:nvPr/>
        </p:nvSpPr>
        <p:spPr>
          <a:xfrm>
            <a:off x="15807240" y="3636000"/>
            <a:ext cx="719964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body"/>
          </p:nvPr>
        </p:nvSpPr>
        <p:spPr>
          <a:xfrm>
            <a:off x="8584200" y="5450040"/>
            <a:ext cx="6303240" cy="187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Информация, текстовый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блок, описывающий первую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из 3х частей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 type="body"/>
          </p:nvPr>
        </p:nvSpPr>
        <p:spPr>
          <a:xfrm>
            <a:off x="16254360" y="5450040"/>
            <a:ext cx="6303240" cy="187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Информация, текстовый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блок, описывающий первую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из 3х частей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19" name="PlaceHolder 8"/>
          <p:cNvSpPr>
            <a:spLocks noGrp="1"/>
          </p:cNvSpPr>
          <p:nvPr>
            <p:ph type="body"/>
          </p:nvPr>
        </p:nvSpPr>
        <p:spPr>
          <a:xfrm>
            <a:off x="914400" y="9554760"/>
            <a:ext cx="6303240" cy="187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Информация, текстовый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блок, описывающий первую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из 3х частей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20" name="Текст 7"/>
          <p:cNvSpPr/>
          <p:nvPr/>
        </p:nvSpPr>
        <p:spPr>
          <a:xfrm>
            <a:off x="465120" y="7740720"/>
            <a:ext cx="719964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Текст 7"/>
          <p:cNvSpPr/>
          <p:nvPr/>
        </p:nvSpPr>
        <p:spPr>
          <a:xfrm>
            <a:off x="8136000" y="7740720"/>
            <a:ext cx="719964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Текст 7"/>
          <p:cNvSpPr/>
          <p:nvPr/>
        </p:nvSpPr>
        <p:spPr>
          <a:xfrm>
            <a:off x="15807240" y="7740720"/>
            <a:ext cx="7199640" cy="1392480"/>
          </a:xfrm>
          <a:prstGeom prst="roundRect">
            <a:avLst>
              <a:gd name="adj" fmla="val 34396"/>
            </a:avLst>
          </a:prstGeom>
          <a:solidFill>
            <a:schemeClr val="accent2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24000" bIns="0" anchor="t">
            <a:noAutofit/>
          </a:bodyPr>
          <a:p>
            <a:pPr defTabSz="1828800">
              <a:lnSpc>
                <a:spcPct val="8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9"/>
          <p:cNvSpPr>
            <a:spLocks noGrp="1"/>
          </p:cNvSpPr>
          <p:nvPr>
            <p:ph type="body"/>
          </p:nvPr>
        </p:nvSpPr>
        <p:spPr>
          <a:xfrm>
            <a:off x="8584200" y="9554760"/>
            <a:ext cx="6303240" cy="187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Информация, текстовый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блок, описывающий первую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из 3х частей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24" name="PlaceHolder 10"/>
          <p:cNvSpPr>
            <a:spLocks noGrp="1"/>
          </p:cNvSpPr>
          <p:nvPr>
            <p:ph type="body"/>
          </p:nvPr>
        </p:nvSpPr>
        <p:spPr>
          <a:xfrm>
            <a:off x="16254360" y="9554760"/>
            <a:ext cx="6303240" cy="187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Информация, текстовый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блок, описывающий первую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из 3х частей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спис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126" name="Текст 29"/>
          <p:cNvSpPr/>
          <p:nvPr/>
        </p:nvSpPr>
        <p:spPr>
          <a:xfrm>
            <a:off x="914400" y="3895920"/>
            <a:ext cx="1079640" cy="899640"/>
          </a:xfrm>
          <a:prstGeom prst="roundRect">
            <a:avLst>
              <a:gd name="adj" fmla="val 3396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01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Текст 29"/>
          <p:cNvSpPr/>
          <p:nvPr/>
        </p:nvSpPr>
        <p:spPr>
          <a:xfrm>
            <a:off x="12423240" y="3895920"/>
            <a:ext cx="1079640" cy="899640"/>
          </a:xfrm>
          <a:prstGeom prst="roundRect">
            <a:avLst>
              <a:gd name="adj" fmla="val 3396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02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Текст 29"/>
          <p:cNvSpPr/>
          <p:nvPr/>
        </p:nvSpPr>
        <p:spPr>
          <a:xfrm>
            <a:off x="914400" y="6167520"/>
            <a:ext cx="1079640" cy="899640"/>
          </a:xfrm>
          <a:prstGeom prst="roundRect">
            <a:avLst>
              <a:gd name="adj" fmla="val 3396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03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Текст 29"/>
          <p:cNvSpPr/>
          <p:nvPr/>
        </p:nvSpPr>
        <p:spPr>
          <a:xfrm>
            <a:off x="12423240" y="6167520"/>
            <a:ext cx="1079640" cy="899640"/>
          </a:xfrm>
          <a:prstGeom prst="roundRect">
            <a:avLst>
              <a:gd name="adj" fmla="val 3396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04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Текст 29"/>
          <p:cNvSpPr/>
          <p:nvPr/>
        </p:nvSpPr>
        <p:spPr>
          <a:xfrm>
            <a:off x="914400" y="8433000"/>
            <a:ext cx="1079640" cy="899640"/>
          </a:xfrm>
          <a:prstGeom prst="roundRect">
            <a:avLst>
              <a:gd name="adj" fmla="val 3396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05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Текст 29"/>
          <p:cNvSpPr/>
          <p:nvPr/>
        </p:nvSpPr>
        <p:spPr>
          <a:xfrm>
            <a:off x="12423240" y="8433000"/>
            <a:ext cx="1079640" cy="899640"/>
          </a:xfrm>
          <a:prstGeom prst="roundRect">
            <a:avLst>
              <a:gd name="adj" fmla="val 3396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06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2373480" y="4068000"/>
            <a:ext cx="8899200" cy="20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Вариант оформления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нумерованного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2373480" y="6336000"/>
            <a:ext cx="8899200" cy="20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Вариант оформления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нумерованного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2373480" y="8604000"/>
            <a:ext cx="8899200" cy="20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Вариант оформления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нумерованного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13879440" y="4068000"/>
            <a:ext cx="8899200" cy="20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Вариант оформления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нумерованного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body"/>
          </p:nvPr>
        </p:nvSpPr>
        <p:spPr>
          <a:xfrm>
            <a:off x="13879440" y="6336000"/>
            <a:ext cx="8899200" cy="20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Вариант оформления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нумерованного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 type="body"/>
          </p:nvPr>
        </p:nvSpPr>
        <p:spPr>
          <a:xfrm>
            <a:off x="13879440" y="8604000"/>
            <a:ext cx="8899200" cy="20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Вариант оформления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нумерованного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38" name="PlaceHolder 8"/>
          <p:cNvSpPr>
            <a:spLocks noGrp="1"/>
          </p:cNvSpPr>
          <p:nvPr>
            <p:ph type="ftr" idx="28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9"/>
          <p:cNvSpPr>
            <a:spLocks noGrp="1"/>
          </p:cNvSpPr>
          <p:nvPr>
            <p:ph type="sldNum" idx="29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580A93-6198-42C4-AA0A-0490F0809642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141" name="PlaceHolder 10"/>
          <p:cNvSpPr>
            <a:spLocks noGrp="1"/>
          </p:cNvSpPr>
          <p:nvPr>
            <p:ph type="body"/>
          </p:nvPr>
        </p:nvSpPr>
        <p:spPr>
          <a:xfrm>
            <a:off x="914400" y="2281320"/>
            <a:ext cx="2255328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важные цифры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933840" y="5450040"/>
            <a:ext cx="5254920" cy="18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текст. Можно разместить в две, 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44" name="Текст 29"/>
          <p:cNvSpPr/>
          <p:nvPr/>
        </p:nvSpPr>
        <p:spPr>
          <a:xfrm>
            <a:off x="505800" y="3178800"/>
            <a:ext cx="6159600" cy="1814040"/>
          </a:xfrm>
          <a:prstGeom prst="roundRect">
            <a:avLst>
              <a:gd name="adj" fmla="val 2451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6000" bIns="3600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8604720" y="5450040"/>
            <a:ext cx="5254920" cy="18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текст. Можно разместить в две, 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46" name="Текст 29"/>
          <p:cNvSpPr/>
          <p:nvPr/>
        </p:nvSpPr>
        <p:spPr>
          <a:xfrm>
            <a:off x="8176680" y="3178800"/>
            <a:ext cx="6159600" cy="1814040"/>
          </a:xfrm>
          <a:prstGeom prst="roundRect">
            <a:avLst>
              <a:gd name="adj" fmla="val 2451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6000" bIns="3600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16275600" y="5450040"/>
            <a:ext cx="5254920" cy="18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текст. Можно разместить в две, 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48" name="Текст 29"/>
          <p:cNvSpPr/>
          <p:nvPr/>
        </p:nvSpPr>
        <p:spPr>
          <a:xfrm>
            <a:off x="15847560" y="3178800"/>
            <a:ext cx="6159600" cy="1814040"/>
          </a:xfrm>
          <a:prstGeom prst="roundRect">
            <a:avLst>
              <a:gd name="adj" fmla="val 2451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6000" bIns="3600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953280" y="9987840"/>
            <a:ext cx="5254920" cy="18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текст. Можно разместить в две, 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50" name="Текст 29"/>
          <p:cNvSpPr/>
          <p:nvPr/>
        </p:nvSpPr>
        <p:spPr>
          <a:xfrm>
            <a:off x="505800" y="7716960"/>
            <a:ext cx="6159600" cy="1814040"/>
          </a:xfrm>
          <a:prstGeom prst="roundRect">
            <a:avLst>
              <a:gd name="adj" fmla="val 2451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6000" bIns="3600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body"/>
          </p:nvPr>
        </p:nvSpPr>
        <p:spPr>
          <a:xfrm>
            <a:off x="8624160" y="9987840"/>
            <a:ext cx="5254920" cy="18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текст. Можно разместить в две, 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52" name="Текст 29"/>
          <p:cNvSpPr/>
          <p:nvPr/>
        </p:nvSpPr>
        <p:spPr>
          <a:xfrm>
            <a:off x="8176680" y="7716960"/>
            <a:ext cx="6159600" cy="1814040"/>
          </a:xfrm>
          <a:prstGeom prst="roundRect">
            <a:avLst>
              <a:gd name="adj" fmla="val 2451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6000" bIns="3600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7"/>
          <p:cNvSpPr>
            <a:spLocks noGrp="1"/>
          </p:cNvSpPr>
          <p:nvPr>
            <p:ph type="body"/>
          </p:nvPr>
        </p:nvSpPr>
        <p:spPr>
          <a:xfrm>
            <a:off x="16295040" y="9987840"/>
            <a:ext cx="5254920" cy="18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текст. Можно разместить в две, 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54" name="Текст 29"/>
          <p:cNvSpPr/>
          <p:nvPr/>
        </p:nvSpPr>
        <p:spPr>
          <a:xfrm>
            <a:off x="15847560" y="7716960"/>
            <a:ext cx="6159600" cy="1814040"/>
          </a:xfrm>
          <a:prstGeom prst="roundRect">
            <a:avLst>
              <a:gd name="adj" fmla="val 2451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288000" tIns="36000" bIns="3600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8"/>
          <p:cNvSpPr>
            <a:spLocks noGrp="1"/>
          </p:cNvSpPr>
          <p:nvPr>
            <p:ph type="ftr" idx="30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9"/>
          <p:cNvSpPr>
            <a:spLocks noGrp="1"/>
          </p:cNvSpPr>
          <p:nvPr>
            <p:ph type="sldNum" idx="31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56D5B1-7B3C-4CD1-BDF1-91E472D1B666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важные цифры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1400760" y="5022000"/>
            <a:ext cx="67366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Основной текст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1400760" y="3635280"/>
            <a:ext cx="677772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9110520" y="5022000"/>
            <a:ext cx="66844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Основной текст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body"/>
          </p:nvPr>
        </p:nvSpPr>
        <p:spPr>
          <a:xfrm>
            <a:off x="9071640" y="3635280"/>
            <a:ext cx="672516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body"/>
          </p:nvPr>
        </p:nvSpPr>
        <p:spPr>
          <a:xfrm>
            <a:off x="16742520" y="5022000"/>
            <a:ext cx="66844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Основной текст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64" name="PlaceHolder 7"/>
          <p:cNvSpPr>
            <a:spLocks noGrp="1"/>
          </p:cNvSpPr>
          <p:nvPr>
            <p:ph type="body"/>
          </p:nvPr>
        </p:nvSpPr>
        <p:spPr>
          <a:xfrm>
            <a:off x="16742520" y="3635280"/>
            <a:ext cx="672516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65" name="PlaceHolder 8"/>
          <p:cNvSpPr>
            <a:spLocks noGrp="1"/>
          </p:cNvSpPr>
          <p:nvPr>
            <p:ph type="body"/>
          </p:nvPr>
        </p:nvSpPr>
        <p:spPr>
          <a:xfrm>
            <a:off x="1400760" y="9559080"/>
            <a:ext cx="67366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Основной текст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66" name="PlaceHolder 9"/>
          <p:cNvSpPr>
            <a:spLocks noGrp="1"/>
          </p:cNvSpPr>
          <p:nvPr>
            <p:ph type="body"/>
          </p:nvPr>
        </p:nvSpPr>
        <p:spPr>
          <a:xfrm>
            <a:off x="1400760" y="8172360"/>
            <a:ext cx="677772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67" name="PlaceHolder 10"/>
          <p:cNvSpPr>
            <a:spLocks noGrp="1"/>
          </p:cNvSpPr>
          <p:nvPr>
            <p:ph type="body"/>
          </p:nvPr>
        </p:nvSpPr>
        <p:spPr>
          <a:xfrm>
            <a:off x="9110520" y="9559080"/>
            <a:ext cx="66844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Основной текст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68" name="PlaceHolder 11"/>
          <p:cNvSpPr>
            <a:spLocks noGrp="1"/>
          </p:cNvSpPr>
          <p:nvPr>
            <p:ph type="body"/>
          </p:nvPr>
        </p:nvSpPr>
        <p:spPr>
          <a:xfrm>
            <a:off x="9071640" y="8172360"/>
            <a:ext cx="672516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69" name="PlaceHolder 12"/>
          <p:cNvSpPr>
            <a:spLocks noGrp="1"/>
          </p:cNvSpPr>
          <p:nvPr>
            <p:ph type="body"/>
          </p:nvPr>
        </p:nvSpPr>
        <p:spPr>
          <a:xfrm>
            <a:off x="16742520" y="9559080"/>
            <a:ext cx="66844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Основной текст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70" name="PlaceHolder 13"/>
          <p:cNvSpPr>
            <a:spLocks noGrp="1"/>
          </p:cNvSpPr>
          <p:nvPr>
            <p:ph type="body"/>
          </p:nvPr>
        </p:nvSpPr>
        <p:spPr>
          <a:xfrm>
            <a:off x="16742520" y="8172360"/>
            <a:ext cx="672516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0,5</a:t>
            </a:r>
            <a:endParaRPr b="0" lang="en-US" sz="10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71" name="PlaceHolder 14"/>
          <p:cNvSpPr>
            <a:spLocks noGrp="1"/>
          </p:cNvSpPr>
          <p:nvPr>
            <p:ph type="ftr" idx="32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15"/>
          <p:cNvSpPr>
            <a:spLocks noGrp="1"/>
          </p:cNvSpPr>
          <p:nvPr>
            <p:ph type="sldNum" idx="33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8F3292-0167-470A-AF30-8AD9E5E72A03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3 пункта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Место под заголовок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 две полные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920880" y="4046040"/>
            <a:ext cx="2313360" cy="231336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72000" bIns="72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иконка</a:t>
            </a:r>
            <a:endParaRPr b="0" lang="en-US" sz="1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8614800" y="4046040"/>
            <a:ext cx="2313360" cy="231336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72000" bIns="72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иконка</a:t>
            </a:r>
            <a:endParaRPr b="0" lang="en-US" sz="1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body"/>
          </p:nvPr>
        </p:nvSpPr>
        <p:spPr>
          <a:xfrm>
            <a:off x="16285320" y="4046040"/>
            <a:ext cx="2313360" cy="231336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72000" bIns="72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иконка</a:t>
            </a:r>
            <a:endParaRPr b="0" lang="en-US" sz="1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ftr" idx="34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 type="sldNum" idx="35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D0B4CE-11CB-4F8D-85EC-A3F07A2D5859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181" name="PlaceHolder 7"/>
          <p:cNvSpPr>
            <a:spLocks noGrp="1"/>
          </p:cNvSpPr>
          <p:nvPr>
            <p:ph type="body"/>
          </p:nvPr>
        </p:nvSpPr>
        <p:spPr>
          <a:xfrm>
            <a:off x="914400" y="685800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82" name="PlaceHolder 8"/>
          <p:cNvSpPr>
            <a:spLocks noGrp="1"/>
          </p:cNvSpPr>
          <p:nvPr>
            <p:ph type="body"/>
          </p:nvPr>
        </p:nvSpPr>
        <p:spPr>
          <a:xfrm>
            <a:off x="8585280" y="685800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83" name="PlaceHolder 9"/>
          <p:cNvSpPr>
            <a:spLocks noGrp="1"/>
          </p:cNvSpPr>
          <p:nvPr>
            <p:ph type="body"/>
          </p:nvPr>
        </p:nvSpPr>
        <p:spPr>
          <a:xfrm>
            <a:off x="16254360" y="685800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3 пункта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1426320" y="3635280"/>
            <a:ext cx="1381680" cy="1356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72000" bIns="72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иконка</a:t>
            </a:r>
            <a:endParaRPr b="0" lang="en-US" sz="1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9071280" y="3635280"/>
            <a:ext cx="1381680" cy="1356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72000" bIns="72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иконка</a:t>
            </a:r>
            <a:endParaRPr b="0" lang="en-US" sz="1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16741440" y="3635280"/>
            <a:ext cx="1381680" cy="1356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72000" bIns="72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иконка</a:t>
            </a:r>
            <a:endParaRPr b="0" lang="en-US" sz="1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ftr" idx="36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sldNum" idx="37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83C1D3-2637-4F0B-BE7D-FA5BDCA22C09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191" name="PlaceHolder 7"/>
          <p:cNvSpPr>
            <a:spLocks noGrp="1"/>
          </p:cNvSpPr>
          <p:nvPr>
            <p:ph type="body"/>
          </p:nvPr>
        </p:nvSpPr>
        <p:spPr>
          <a:xfrm>
            <a:off x="1395000" y="549432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92" name="PlaceHolder 8"/>
          <p:cNvSpPr>
            <a:spLocks noGrp="1"/>
          </p:cNvSpPr>
          <p:nvPr>
            <p:ph type="body"/>
          </p:nvPr>
        </p:nvSpPr>
        <p:spPr>
          <a:xfrm>
            <a:off x="9065520" y="549432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93" name="PlaceHolder 9"/>
          <p:cNvSpPr>
            <a:spLocks noGrp="1"/>
          </p:cNvSpPr>
          <p:nvPr>
            <p:ph type="body"/>
          </p:nvPr>
        </p:nvSpPr>
        <p:spPr>
          <a:xfrm>
            <a:off x="16734960" y="549432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3 пункта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body"/>
          </p:nvPr>
        </p:nvSpPr>
        <p:spPr>
          <a:xfrm>
            <a:off x="16760160" y="3596400"/>
            <a:ext cx="14047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8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01</a:t>
            </a: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9114120" y="3596400"/>
            <a:ext cx="14047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8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01</a:t>
            </a: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body"/>
          </p:nvPr>
        </p:nvSpPr>
        <p:spPr>
          <a:xfrm>
            <a:off x="1425600" y="4979160"/>
            <a:ext cx="608364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Подзаголовок</a:t>
            </a:r>
            <a:br>
              <a:rPr sz="4000"/>
            </a:b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body"/>
          </p:nvPr>
        </p:nvSpPr>
        <p:spPr>
          <a:xfrm>
            <a:off x="1425600" y="3596400"/>
            <a:ext cx="14047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8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01</a:t>
            </a: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199" name="PlaceHolder 6"/>
          <p:cNvSpPr>
            <a:spLocks noGrp="1"/>
          </p:cNvSpPr>
          <p:nvPr>
            <p:ph type="body"/>
          </p:nvPr>
        </p:nvSpPr>
        <p:spPr>
          <a:xfrm>
            <a:off x="9114120" y="4979160"/>
            <a:ext cx="608364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Подзаголовок</a:t>
            </a:r>
            <a:br>
              <a:rPr sz="4000"/>
            </a:b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00" name="PlaceHolder 7"/>
          <p:cNvSpPr>
            <a:spLocks noGrp="1"/>
          </p:cNvSpPr>
          <p:nvPr>
            <p:ph type="body"/>
          </p:nvPr>
        </p:nvSpPr>
        <p:spPr>
          <a:xfrm>
            <a:off x="16760160" y="4979160"/>
            <a:ext cx="608364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Подзаголовок</a:t>
            </a:r>
            <a:br>
              <a:rPr sz="4000"/>
            </a:b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01" name="PlaceHolder 8"/>
          <p:cNvSpPr>
            <a:spLocks noGrp="1"/>
          </p:cNvSpPr>
          <p:nvPr>
            <p:ph type="ftr" idx="38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9"/>
          <p:cNvSpPr>
            <a:spLocks noGrp="1"/>
          </p:cNvSpPr>
          <p:nvPr>
            <p:ph type="sldNum" idx="39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A28336-0F25-4554-81DB-62DF9B44EEC3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204" name="PlaceHolder 10"/>
          <p:cNvSpPr>
            <a:spLocks noGrp="1"/>
          </p:cNvSpPr>
          <p:nvPr>
            <p:ph type="body"/>
          </p:nvPr>
        </p:nvSpPr>
        <p:spPr>
          <a:xfrm>
            <a:off x="1395000" y="6858000"/>
            <a:ext cx="608364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05" name="PlaceHolder 11"/>
          <p:cNvSpPr>
            <a:spLocks noGrp="1"/>
          </p:cNvSpPr>
          <p:nvPr>
            <p:ph type="body"/>
          </p:nvPr>
        </p:nvSpPr>
        <p:spPr>
          <a:xfrm>
            <a:off x="9065520" y="6858000"/>
            <a:ext cx="608364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06" name="PlaceHolder 12"/>
          <p:cNvSpPr>
            <a:spLocks noGrp="1"/>
          </p:cNvSpPr>
          <p:nvPr>
            <p:ph type="body"/>
          </p:nvPr>
        </p:nvSpPr>
        <p:spPr>
          <a:xfrm>
            <a:off x="16734960" y="6858000"/>
            <a:ext cx="608364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. Длинное название. Лого партнёр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1"/>
          <p:cNvSpPr/>
          <p:nvPr/>
        </p:nvSpPr>
        <p:spPr>
          <a:xfrm>
            <a:off x="913680" y="914400"/>
            <a:ext cx="22554000" cy="8165880"/>
          </a:xfrm>
          <a:prstGeom prst="roundRect">
            <a:avLst>
              <a:gd name="adj" fmla="val 6130"/>
            </a:avLst>
          </a:prstGeom>
          <a:solidFill>
            <a:schemeClr val="tx1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360000" tIns="504000" bIns="0" anchor="t">
            <a:noAutofit/>
          </a:bodyPr>
          <a:p>
            <a:pPr defTabSz="457200">
              <a:lnSpc>
                <a:spcPct val="80000"/>
              </a:lnSpc>
            </a:pPr>
            <a:endParaRPr b="0" lang="ru-RU" sz="9000" strike="noStrike" u="none">
              <a:solidFill>
                <a:schemeClr val="dk1"/>
              </a:solidFill>
              <a:effectLst/>
              <a:uFillTx/>
              <a:latin typeface="YS Display Medium"/>
            </a:endParaRPr>
          </a:p>
        </p:txBody>
      </p:sp>
      <p:pic>
        <p:nvPicPr>
          <p:cNvPr id="208" name="Рисунок 4" descr=""/>
          <p:cNvPicPr/>
          <p:nvPr/>
        </p:nvPicPr>
        <p:blipFill>
          <a:blip r:embed="rId2"/>
          <a:srcRect l="-5280" t="0" r="28386" b="23227"/>
          <a:stretch/>
        </p:blipFill>
        <p:spPr>
          <a:xfrm>
            <a:off x="15120000" y="4468680"/>
            <a:ext cx="9261720" cy="924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Рисунок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437480" y="1370880"/>
            <a:ext cx="1871280" cy="5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1425600" y="2728800"/>
            <a:ext cx="20581560" cy="407808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Длинное название </a:t>
            </a:r>
            <a:br>
              <a:rPr sz="10000"/>
            </a:b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презентации в две или</a:t>
            </a:r>
            <a:br>
              <a:rPr sz="10000"/>
            </a:b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три строки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1425600" y="6807240"/>
            <a:ext cx="18663840" cy="181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4572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Подзаголовок, в две строки с более </a:t>
            </a:r>
            <a:br>
              <a:rPr sz="4000"/>
            </a:b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подробным описанием темы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13840560" y="1363680"/>
            <a:ext cx="907704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r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/ Back to Back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13" name="Знак умножения 20"/>
          <p:cNvSpPr/>
          <p:nvPr/>
        </p:nvSpPr>
        <p:spPr>
          <a:xfrm>
            <a:off x="3466800" y="1238400"/>
            <a:ext cx="767520" cy="751680"/>
          </a:xfrm>
          <a:prstGeom prst="mathMultiply">
            <a:avLst>
              <a:gd name="adj1" fmla="val 0"/>
            </a:avLst>
          </a:prstGeom>
          <a:noFill/>
          <a:ln>
            <a:solidFill>
              <a:srgbClr val="000000">
                <a:lumMod val="50000"/>
                <a:lumOff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YS Text Regular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4308120" y="1245240"/>
            <a:ext cx="2566800" cy="74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лого </a:t>
            </a:r>
            <a:endParaRPr b="0" lang="en-US" sz="2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body"/>
          </p:nvPr>
        </p:nvSpPr>
        <p:spPr>
          <a:xfrm>
            <a:off x="914400" y="10010160"/>
            <a:ext cx="2267640" cy="226764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body"/>
          </p:nvPr>
        </p:nvSpPr>
        <p:spPr>
          <a:xfrm>
            <a:off x="3684960" y="10295640"/>
            <a:ext cx="5496480" cy="5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 type="body"/>
          </p:nvPr>
        </p:nvSpPr>
        <p:spPr>
          <a:xfrm>
            <a:off x="3684960" y="11010960"/>
            <a:ext cx="5496480" cy="12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Должность,</a:t>
            </a:r>
            <a:br>
              <a:rPr sz="2800"/>
            </a:b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место работы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18" name="PlaceHolder 8"/>
          <p:cNvSpPr>
            <a:spLocks noGrp="1"/>
          </p:cNvSpPr>
          <p:nvPr>
            <p:ph type="body"/>
          </p:nvPr>
        </p:nvSpPr>
        <p:spPr>
          <a:xfrm>
            <a:off x="9693720" y="10010160"/>
            <a:ext cx="2267640" cy="226764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19" name="PlaceHolder 9"/>
          <p:cNvSpPr>
            <a:spLocks noGrp="1"/>
          </p:cNvSpPr>
          <p:nvPr>
            <p:ph type="body"/>
          </p:nvPr>
        </p:nvSpPr>
        <p:spPr>
          <a:xfrm>
            <a:off x="12464640" y="10295640"/>
            <a:ext cx="5496480" cy="5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20" name="PlaceHolder 10"/>
          <p:cNvSpPr>
            <a:spLocks noGrp="1"/>
          </p:cNvSpPr>
          <p:nvPr>
            <p:ph type="body"/>
          </p:nvPr>
        </p:nvSpPr>
        <p:spPr>
          <a:xfrm>
            <a:off x="12464640" y="11010960"/>
            <a:ext cx="5496480" cy="12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Должность,</a:t>
            </a:r>
            <a:br>
              <a:rPr sz="2800"/>
            </a:b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место работы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/Противопоставлени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Прямоугольник 8"/>
          <p:cNvSpPr/>
          <p:nvPr/>
        </p:nvSpPr>
        <p:spPr>
          <a:xfrm>
            <a:off x="12191040" y="0"/>
            <a:ext cx="12226680" cy="137156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YS Text Regular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body"/>
          </p:nvPr>
        </p:nvSpPr>
        <p:spPr>
          <a:xfrm>
            <a:off x="900720" y="914400"/>
            <a:ext cx="1472400" cy="13568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72000" bIns="72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иконка</a:t>
            </a:r>
            <a:endParaRPr b="0" lang="en-US" sz="1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title"/>
          </p:nvPr>
        </p:nvSpPr>
        <p:spPr>
          <a:xfrm>
            <a:off x="2830680" y="914400"/>
            <a:ext cx="575280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224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ftr" idx="40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sldNum" idx="41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1CC2A5-20AA-4531-8900-7E34700D6CB1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body"/>
          </p:nvPr>
        </p:nvSpPr>
        <p:spPr>
          <a:xfrm>
            <a:off x="2830680" y="3635280"/>
            <a:ext cx="7670520" cy="729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ffffff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ffffff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ffffff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 type="body"/>
          </p:nvPr>
        </p:nvSpPr>
        <p:spPr>
          <a:xfrm>
            <a:off x="14293080" y="3635280"/>
            <a:ext cx="7670520" cy="729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ffffff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ffffff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ffffff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опрос/Отве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109276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Вопрос / Ответ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230" name="Текст 9"/>
          <p:cNvSpPr/>
          <p:nvPr/>
        </p:nvSpPr>
        <p:spPr>
          <a:xfrm>
            <a:off x="914400" y="3693600"/>
            <a:ext cx="9129240" cy="2265120"/>
          </a:xfrm>
          <a:prstGeom prst="roundRect">
            <a:avLst>
              <a:gd name="adj" fmla="val 2261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0" rIns="360000" tIns="180000" bIns="180000" anchor="t">
            <a:noAutofit/>
          </a:bodyPr>
          <a:p>
            <a:pPr marL="504000" indent="-504000" defTabSz="1828800">
              <a:lnSpc>
                <a:spcPct val="100000"/>
              </a:lnSpc>
              <a:spcAft>
                <a:spcPts val="1800"/>
              </a:spcAft>
              <a:buClr>
                <a:srgbClr val="000000"/>
              </a:buClr>
              <a:buFont typeface="YS Display Medium"/>
              <a:buAutoNum type="arabicPeriod"/>
            </a:pP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YS Text Bold"/>
              </a:rPr>
              <a:t>Вопрос?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Текст 9"/>
          <p:cNvSpPr/>
          <p:nvPr/>
        </p:nvSpPr>
        <p:spPr>
          <a:xfrm>
            <a:off x="10503000" y="3693600"/>
            <a:ext cx="12964680" cy="2265120"/>
          </a:xfrm>
          <a:prstGeom prst="roundRect">
            <a:avLst>
              <a:gd name="adj" fmla="val 22617"/>
            </a:avLst>
          </a:prstGeom>
          <a:noFill/>
          <a:ln w="101600">
            <a:solidFill>
              <a:srgbClr val="2bf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0" rIns="360000" tIns="180000" bIns="180000" anchor="t">
            <a:noAutofit/>
          </a:bodyPr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bfbfbf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Ответ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Текст 9"/>
          <p:cNvSpPr/>
          <p:nvPr/>
        </p:nvSpPr>
        <p:spPr>
          <a:xfrm>
            <a:off x="914400" y="6416280"/>
            <a:ext cx="9129240" cy="2265120"/>
          </a:xfrm>
          <a:prstGeom prst="roundRect">
            <a:avLst>
              <a:gd name="adj" fmla="val 2261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0" rIns="360000" tIns="180000" bIns="180000" anchor="t">
            <a:noAutofit/>
          </a:bodyPr>
          <a:p>
            <a:pPr marL="504000" indent="-504000" defTabSz="1828800">
              <a:lnSpc>
                <a:spcPct val="100000"/>
              </a:lnSpc>
              <a:spcAft>
                <a:spcPts val="1800"/>
              </a:spcAft>
              <a:buClr>
                <a:srgbClr val="000000"/>
              </a:buClr>
              <a:buFont typeface="YS Display Medium"/>
              <a:buAutoNum type="arabicPeriod" startAt="2"/>
            </a:pP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Вопрос?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Текст 9"/>
          <p:cNvSpPr/>
          <p:nvPr/>
        </p:nvSpPr>
        <p:spPr>
          <a:xfrm>
            <a:off x="10503000" y="6416280"/>
            <a:ext cx="12964680" cy="2265120"/>
          </a:xfrm>
          <a:prstGeom prst="roundRect">
            <a:avLst>
              <a:gd name="adj" fmla="val 22617"/>
            </a:avLst>
          </a:prstGeom>
          <a:noFill/>
          <a:ln w="10160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0" rIns="360000" tIns="180000" bIns="180000" anchor="t">
            <a:noAutofit/>
          </a:bodyPr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bfbfbf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Ответ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Текст 9"/>
          <p:cNvSpPr/>
          <p:nvPr/>
        </p:nvSpPr>
        <p:spPr>
          <a:xfrm>
            <a:off x="914400" y="9142560"/>
            <a:ext cx="9129240" cy="2265120"/>
          </a:xfrm>
          <a:prstGeom prst="roundRect">
            <a:avLst>
              <a:gd name="adj" fmla="val 2261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0" rIns="360000" tIns="180000" bIns="180000" anchor="t">
            <a:noAutofit/>
          </a:bodyPr>
          <a:p>
            <a:pPr marL="504000" indent="-504000" defTabSz="1828800">
              <a:lnSpc>
                <a:spcPct val="100000"/>
              </a:lnSpc>
              <a:spcAft>
                <a:spcPts val="1800"/>
              </a:spcAft>
              <a:buClr>
                <a:srgbClr val="000000"/>
              </a:buClr>
              <a:buFont typeface="YS Display Medium"/>
              <a:buAutoNum type="arabicPeriod" startAt="3"/>
            </a:pP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Вопрос?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Текст 9"/>
          <p:cNvSpPr/>
          <p:nvPr/>
        </p:nvSpPr>
        <p:spPr>
          <a:xfrm>
            <a:off x="10503000" y="9142560"/>
            <a:ext cx="12964680" cy="2265120"/>
          </a:xfrm>
          <a:prstGeom prst="roundRect">
            <a:avLst>
              <a:gd name="adj" fmla="val 22617"/>
            </a:avLst>
          </a:prstGeom>
          <a:noFill/>
          <a:ln w="10160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0" rIns="360000" tIns="180000" bIns="180000" anchor="t">
            <a:noAutofit/>
          </a:bodyPr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bfbfbf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Ответ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ftr" idx="42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43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DE1E65-2DDF-4B5E-A65E-FF6108629218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аймлайн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914400" y="6357960"/>
            <a:ext cx="3833280" cy="407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Короткий текст.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Можно разместить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 две, три или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6210360" y="6357960"/>
            <a:ext cx="3833280" cy="407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Короткий текст.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Можно разместить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 две, три или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11961720" y="6357960"/>
            <a:ext cx="3833280" cy="407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Короткий текст.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Можно разместить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 две, три или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body"/>
          </p:nvPr>
        </p:nvSpPr>
        <p:spPr>
          <a:xfrm>
            <a:off x="17716680" y="6357960"/>
            <a:ext cx="5751000" cy="407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текст.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Можно разместить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две, три или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четыре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 type="body"/>
          </p:nvPr>
        </p:nvSpPr>
        <p:spPr>
          <a:xfrm>
            <a:off x="17716680" y="3286080"/>
            <a:ext cx="5751000" cy="170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2024</a:t>
            </a:r>
            <a:endParaRPr b="0" lang="en-US" sz="10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 type="body"/>
          </p:nvPr>
        </p:nvSpPr>
        <p:spPr>
          <a:xfrm>
            <a:off x="11963520" y="4086360"/>
            <a:ext cx="237312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2020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46" name="PlaceHolder 8"/>
          <p:cNvSpPr>
            <a:spLocks noGrp="1"/>
          </p:cNvSpPr>
          <p:nvPr>
            <p:ph type="body"/>
          </p:nvPr>
        </p:nvSpPr>
        <p:spPr>
          <a:xfrm>
            <a:off x="6210360" y="4086360"/>
            <a:ext cx="237312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2010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47" name="PlaceHolder 9"/>
          <p:cNvSpPr>
            <a:spLocks noGrp="1"/>
          </p:cNvSpPr>
          <p:nvPr>
            <p:ph type="body"/>
          </p:nvPr>
        </p:nvSpPr>
        <p:spPr>
          <a:xfrm>
            <a:off x="914400" y="4086360"/>
            <a:ext cx="237312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2000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48" name="PlaceHolder 10"/>
          <p:cNvSpPr>
            <a:spLocks noGrp="1"/>
          </p:cNvSpPr>
          <p:nvPr>
            <p:ph type="ftr" idx="44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11"/>
          <p:cNvSpPr>
            <a:spLocks noGrp="1"/>
          </p:cNvSpPr>
          <p:nvPr>
            <p:ph type="sldNum" idx="45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489135-D06C-4060-944B-1686DDA20525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роткий заголовок + схем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Прямоугольник 6"/>
          <p:cNvSpPr/>
          <p:nvPr/>
        </p:nvSpPr>
        <p:spPr>
          <a:xfrm flipH="1">
            <a:off x="0" y="0"/>
            <a:ext cx="8125920" cy="13715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YS Text Regular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6701400" cy="407808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Короткий заголовок </a:t>
            </a:r>
            <a:br>
              <a:rPr sz="6000"/>
            </a:br>
            <a:r>
              <a:rPr b="0" lang="ru-RU" sz="6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слайда 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10028520" y="914400"/>
            <a:ext cx="1343916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Текст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4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21D36A-12DE-438E-9887-B330DFE5CB63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Полилиния: фигура 7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body"/>
          </p:nvPr>
        </p:nvSpPr>
        <p:spPr>
          <a:xfrm>
            <a:off x="914400" y="4992840"/>
            <a:ext cx="6701400" cy="680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криншот без заголовк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body"/>
          </p:nvPr>
        </p:nvSpPr>
        <p:spPr>
          <a:xfrm>
            <a:off x="914400" y="914400"/>
            <a:ext cx="22553280" cy="1133748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Скриншот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ftr" idx="47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B597F0-5577-4F10-8301-604E7FF184B5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Скриншот без заголовк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body"/>
          </p:nvPr>
        </p:nvSpPr>
        <p:spPr>
          <a:xfrm>
            <a:off x="914400" y="914400"/>
            <a:ext cx="15342840" cy="1133748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Скриншот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ftr" idx="49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5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4F2BF3-5D98-4784-9671-955FD02FF22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body"/>
          </p:nvPr>
        </p:nvSpPr>
        <p:spPr>
          <a:xfrm>
            <a:off x="17714880" y="914400"/>
            <a:ext cx="575280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Текст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скриншо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Скриншот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ftr" idx="51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sldNum" idx="52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A55C34-1D45-4E57-9DD7-8D55EAA433A7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+ скриншо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914400" y="2728800"/>
            <a:ext cx="15339600" cy="952308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Скриншот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ftr" idx="53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 type="sldNum" idx="54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8ECDC4-E022-4BE7-8A18-8D2B216B90AE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body"/>
          </p:nvPr>
        </p:nvSpPr>
        <p:spPr>
          <a:xfrm>
            <a:off x="17714880" y="2774160"/>
            <a:ext cx="575280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Текст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криншот + заголовок в 2 строки + подзаг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Рисунок 9" descr=""/>
          <p:cNvPicPr/>
          <p:nvPr/>
        </p:nvPicPr>
        <p:blipFill>
          <a:blip r:embed="rId2"/>
          <a:srcRect l="4140" t="452" r="23689" b="53862"/>
          <a:stretch/>
        </p:blipFill>
        <p:spPr>
          <a:xfrm>
            <a:off x="8463600" y="3638520"/>
            <a:ext cx="15918480" cy="100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 две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914400" y="4086360"/>
            <a:ext cx="22553280" cy="816588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Скриншот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ftr" idx="55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sldNum" idx="5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A05D74-8C5E-4FA8-8DF0-7E0ED5AA1C82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Полилиния: фигура 7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Скриншот + заголовок в 2 строки + подзаг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 две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914400" y="4086360"/>
            <a:ext cx="15342840" cy="816588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Скриншот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ftr" idx="57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sldNum" idx="5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796111-88F9-41E8-868D-BC059CD2D0AC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Полилиния: фигура 7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body"/>
          </p:nvPr>
        </p:nvSpPr>
        <p:spPr>
          <a:xfrm>
            <a:off x="17714880" y="4091400"/>
            <a:ext cx="575280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Текст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. Очень длинное названи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Box 1"/>
          <p:cNvSpPr/>
          <p:nvPr/>
        </p:nvSpPr>
        <p:spPr>
          <a:xfrm>
            <a:off x="913680" y="914400"/>
            <a:ext cx="22554000" cy="8165880"/>
          </a:xfrm>
          <a:prstGeom prst="roundRect">
            <a:avLst>
              <a:gd name="adj" fmla="val 6130"/>
            </a:avLst>
          </a:prstGeom>
          <a:solidFill>
            <a:schemeClr val="tx1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360000" tIns="504000" bIns="0" anchor="t">
            <a:noAutofit/>
          </a:bodyPr>
          <a:p>
            <a:pPr defTabSz="457200">
              <a:lnSpc>
                <a:spcPct val="80000"/>
              </a:lnSpc>
            </a:pPr>
            <a:endParaRPr b="0" lang="ru-RU" sz="9000" strike="noStrike" u="none">
              <a:solidFill>
                <a:schemeClr val="dk1"/>
              </a:solidFill>
              <a:effectLst/>
              <a:uFillTx/>
              <a:latin typeface="YS Display Medium"/>
            </a:endParaRPr>
          </a:p>
        </p:txBody>
      </p:sp>
      <p:pic>
        <p:nvPicPr>
          <p:cNvPr id="290" name="Рисунок 9" descr=""/>
          <p:cNvPicPr/>
          <p:nvPr/>
        </p:nvPicPr>
        <p:blipFill>
          <a:blip r:embed="rId2"/>
          <a:srcRect l="0" t="0" r="23106" b="23227"/>
          <a:stretch/>
        </p:blipFill>
        <p:spPr>
          <a:xfrm>
            <a:off x="15120000" y="4468680"/>
            <a:ext cx="9261720" cy="924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Рисунок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437480" y="1370880"/>
            <a:ext cx="1871280" cy="5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425600" y="2728800"/>
            <a:ext cx="20581560" cy="36288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88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Очень длинное название если </a:t>
            </a:r>
            <a:br>
              <a:rPr sz="8800"/>
            </a:br>
            <a:r>
              <a:rPr b="0" lang="ru-RU" sz="88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необходимо разместить </a:t>
            </a:r>
            <a:br>
              <a:rPr sz="8800"/>
            </a:br>
            <a:r>
              <a:rPr b="0" lang="ru-RU" sz="88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в две или три строки</a:t>
            </a:r>
            <a:endParaRPr b="0" lang="en-US" sz="88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1425600" y="6807240"/>
            <a:ext cx="18663840" cy="181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4572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Подзаголовок, в две строки с более </a:t>
            </a:r>
            <a:br>
              <a:rPr sz="4000"/>
            </a:b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подробным описанием темы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13840560" y="1363680"/>
            <a:ext cx="907704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r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/ Back to Back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914400" y="10010160"/>
            <a:ext cx="2267640" cy="226764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3684960" y="10295640"/>
            <a:ext cx="10651320" cy="5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297" name="PlaceHolder 6"/>
          <p:cNvSpPr>
            <a:spLocks noGrp="1"/>
          </p:cNvSpPr>
          <p:nvPr>
            <p:ph type="body"/>
          </p:nvPr>
        </p:nvSpPr>
        <p:spPr>
          <a:xfrm>
            <a:off x="3684960" y="11010960"/>
            <a:ext cx="10651320" cy="12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Должность,</a:t>
            </a:r>
            <a:br>
              <a:rPr sz="2800"/>
            </a:b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место работы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криншот + короткий заголовок + текст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Рисунок 2" descr=""/>
          <p:cNvPicPr/>
          <p:nvPr/>
        </p:nvPicPr>
        <p:blipFill>
          <a:blip r:embed="rId2"/>
          <a:srcRect l="4140" t="452" r="23689" b="53862"/>
          <a:stretch/>
        </p:blipFill>
        <p:spPr>
          <a:xfrm>
            <a:off x="8463600" y="3638520"/>
            <a:ext cx="15918480" cy="100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11636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 две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11961720" y="904680"/>
            <a:ext cx="11505960" cy="1134720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Скриншот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01" name="Полилиния: фигура 6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ftr" idx="59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 type="sldNum" idx="6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F1D397-3E0D-4A26-87ED-D44147209B90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5"/>
          <p:cNvSpPr>
            <a:spLocks noGrp="1"/>
          </p:cNvSpPr>
          <p:nvPr>
            <p:ph type="body"/>
          </p:nvPr>
        </p:nvSpPr>
        <p:spPr>
          <a:xfrm>
            <a:off x="914400" y="4086360"/>
            <a:ext cx="1011636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Подзаголовок текстового блока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05" name="PlaceHolder 6"/>
          <p:cNvSpPr>
            <a:spLocks noGrp="1"/>
          </p:cNvSpPr>
          <p:nvPr>
            <p:ph type="body"/>
          </p:nvPr>
        </p:nvSpPr>
        <p:spPr>
          <a:xfrm>
            <a:off x="914400" y="5021280"/>
            <a:ext cx="10116720" cy="680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 + заголовок в 2 строки +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 две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14336640" y="3635280"/>
            <a:ext cx="9131040" cy="861660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body"/>
          </p:nvPr>
        </p:nvSpPr>
        <p:spPr>
          <a:xfrm>
            <a:off x="914400" y="4086360"/>
            <a:ext cx="1237248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Подзаголовок текстового блока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ftr" idx="61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sldNum" idx="62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BE312D-E5B3-47A6-B2FB-6F2ADAF0AF95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12" name="PlaceHolder 6"/>
          <p:cNvSpPr>
            <a:spLocks noGrp="1"/>
          </p:cNvSpPr>
          <p:nvPr>
            <p:ph type="body"/>
          </p:nvPr>
        </p:nvSpPr>
        <p:spPr>
          <a:xfrm>
            <a:off x="914400" y="5021280"/>
            <a:ext cx="12372480" cy="680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Фото + заголовок в 2 строки +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 две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16254360" y="3635280"/>
            <a:ext cx="7213320" cy="861660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body"/>
          </p:nvPr>
        </p:nvSpPr>
        <p:spPr>
          <a:xfrm>
            <a:off x="8583480" y="3635280"/>
            <a:ext cx="7213320" cy="861660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ftr" idx="63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sldNum" idx="64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CBEB00-45B0-480A-9E97-01DE73425EEB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Полилиния: фигура 8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19" name="PlaceHolder 6"/>
          <p:cNvSpPr>
            <a:spLocks noGrp="1"/>
          </p:cNvSpPr>
          <p:nvPr>
            <p:ph type="body"/>
          </p:nvPr>
        </p:nvSpPr>
        <p:spPr>
          <a:xfrm>
            <a:off x="914400" y="4086360"/>
            <a:ext cx="721152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Подзаголовок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20" name="PlaceHolder 7"/>
          <p:cNvSpPr>
            <a:spLocks noGrp="1"/>
          </p:cNvSpPr>
          <p:nvPr>
            <p:ph type="body"/>
          </p:nvPr>
        </p:nvSpPr>
        <p:spPr>
          <a:xfrm>
            <a:off x="914400" y="5021280"/>
            <a:ext cx="7211520" cy="680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 + заголовок в 3 строки +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2964680" cy="36288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Длинный заголовок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слайда в две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или три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14336640" y="914400"/>
            <a:ext cx="9131040" cy="11337480"/>
          </a:xfrm>
          <a:prstGeom prst="rect">
            <a:avLst/>
          </a:prstGeom>
          <a:solidFill>
            <a:schemeClr val="dk2"/>
          </a:solidFill>
          <a:ln w="3240">
            <a:noFill/>
          </a:ln>
        </p:spPr>
        <p:txBody>
          <a:bodyPr lIns="90000" rIns="90000" tIns="45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ftr" idx="65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sldNum" idx="6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8AEA97-494C-43F6-AD01-24BF8E3D2491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Полилиния: фигура 6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26" name="PlaceHolder 5"/>
          <p:cNvSpPr>
            <a:spLocks noGrp="1"/>
          </p:cNvSpPr>
          <p:nvPr>
            <p:ph type="body"/>
          </p:nvPr>
        </p:nvSpPr>
        <p:spPr>
          <a:xfrm>
            <a:off x="914400" y="4981320"/>
            <a:ext cx="12964680" cy="93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Подзаголовок текстового блока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27" name="PlaceHolder 6"/>
          <p:cNvSpPr>
            <a:spLocks noGrp="1"/>
          </p:cNvSpPr>
          <p:nvPr>
            <p:ph type="body"/>
          </p:nvPr>
        </p:nvSpPr>
        <p:spPr>
          <a:xfrm>
            <a:off x="914400" y="5921280"/>
            <a:ext cx="12964680" cy="590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 + короткий заголовок + 3 пункт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129320" cy="27205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2847600" y="4064040"/>
            <a:ext cx="8196480" cy="22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Можно разместить в две,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11961720" y="914400"/>
            <a:ext cx="11505960" cy="11337480"/>
          </a:xfrm>
          <a:prstGeom prst="rect">
            <a:avLst/>
          </a:prstGeom>
          <a:solidFill>
            <a:schemeClr val="dk2"/>
          </a:solidFill>
          <a:ln w="3240">
            <a:solidFill>
              <a:schemeClr val="lt2">
                <a:lumMod val="90000"/>
              </a:schemeClr>
            </a:solidFill>
            <a:round/>
          </a:ln>
        </p:spPr>
        <p:txBody>
          <a:bodyPr lIns="90000" rIns="90000" tIns="45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945360" y="4086000"/>
            <a:ext cx="1439640" cy="14396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72000" bIns="72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иконка</a:t>
            </a:r>
            <a:endParaRPr b="0" lang="en-US" sz="1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body"/>
          </p:nvPr>
        </p:nvSpPr>
        <p:spPr>
          <a:xfrm>
            <a:off x="2847600" y="6786720"/>
            <a:ext cx="8196480" cy="22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Можно разместить в две,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33" name="PlaceHolder 6"/>
          <p:cNvSpPr>
            <a:spLocks noGrp="1"/>
          </p:cNvSpPr>
          <p:nvPr>
            <p:ph type="body"/>
          </p:nvPr>
        </p:nvSpPr>
        <p:spPr>
          <a:xfrm>
            <a:off x="945360" y="6808320"/>
            <a:ext cx="1439640" cy="14396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72000" bIns="72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иконка</a:t>
            </a:r>
            <a:endParaRPr b="0" lang="en-US" sz="1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34" name="PlaceHolder 7"/>
          <p:cNvSpPr>
            <a:spLocks noGrp="1"/>
          </p:cNvSpPr>
          <p:nvPr>
            <p:ph type="body"/>
          </p:nvPr>
        </p:nvSpPr>
        <p:spPr>
          <a:xfrm>
            <a:off x="2847600" y="9509040"/>
            <a:ext cx="8196480" cy="22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Можно разместить в две, 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35" name="PlaceHolder 8"/>
          <p:cNvSpPr>
            <a:spLocks noGrp="1"/>
          </p:cNvSpPr>
          <p:nvPr>
            <p:ph type="body"/>
          </p:nvPr>
        </p:nvSpPr>
        <p:spPr>
          <a:xfrm>
            <a:off x="945360" y="9531000"/>
            <a:ext cx="1439640" cy="143964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72000" bIns="72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иконка</a:t>
            </a:r>
            <a:endParaRPr b="0" lang="en-US" sz="1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36" name="PlaceHolder 9"/>
          <p:cNvSpPr>
            <a:spLocks noGrp="1"/>
          </p:cNvSpPr>
          <p:nvPr>
            <p:ph type="ftr" idx="67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10"/>
          <p:cNvSpPr>
            <a:spLocks noGrp="1"/>
          </p:cNvSpPr>
          <p:nvPr>
            <p:ph type="sldNum" idx="6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96774C-A39A-45AE-A8AD-157ACC2E9739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 + заголовок + 4 пункт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11031120" y="4992840"/>
            <a:ext cx="5752800" cy="22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текст,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раскрывающий основную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суть. Можно разместить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две, 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body"/>
          </p:nvPr>
        </p:nvSpPr>
        <p:spPr>
          <a:xfrm>
            <a:off x="951480" y="3178080"/>
            <a:ext cx="9092160" cy="9073800"/>
          </a:xfrm>
          <a:prstGeom prst="rect">
            <a:avLst/>
          </a:prstGeom>
          <a:solidFill>
            <a:schemeClr val="dk2"/>
          </a:solidFill>
          <a:ln w="3240">
            <a:noFill/>
          </a:ln>
        </p:spPr>
        <p:txBody>
          <a:bodyPr lIns="90000" rIns="90000" tIns="45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42" name="Текст 29"/>
          <p:cNvSpPr/>
          <p:nvPr/>
        </p:nvSpPr>
        <p:spPr>
          <a:xfrm>
            <a:off x="11031120" y="3189600"/>
            <a:ext cx="1619640" cy="1403640"/>
          </a:xfrm>
          <a:prstGeom prst="roundRect">
            <a:avLst>
              <a:gd name="adj" fmla="val 3396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01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body"/>
          </p:nvPr>
        </p:nvSpPr>
        <p:spPr>
          <a:xfrm>
            <a:off x="17714880" y="4992840"/>
            <a:ext cx="5752800" cy="22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текст,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раскрывающий основную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суть. Можно разместить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две, 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44" name="Текст 29"/>
          <p:cNvSpPr/>
          <p:nvPr/>
        </p:nvSpPr>
        <p:spPr>
          <a:xfrm>
            <a:off x="17714880" y="3189600"/>
            <a:ext cx="1619640" cy="1403640"/>
          </a:xfrm>
          <a:prstGeom prst="roundRect">
            <a:avLst>
              <a:gd name="adj" fmla="val 3396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02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5"/>
          <p:cNvSpPr>
            <a:spLocks noGrp="1"/>
          </p:cNvSpPr>
          <p:nvPr>
            <p:ph type="body"/>
          </p:nvPr>
        </p:nvSpPr>
        <p:spPr>
          <a:xfrm>
            <a:off x="11031120" y="9529920"/>
            <a:ext cx="5752800" cy="22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текст,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раскрывающий основную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суть. Можно разместить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две, 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46" name="Текст 29"/>
          <p:cNvSpPr/>
          <p:nvPr/>
        </p:nvSpPr>
        <p:spPr>
          <a:xfrm>
            <a:off x="11031120" y="7726680"/>
            <a:ext cx="1619640" cy="1403640"/>
          </a:xfrm>
          <a:prstGeom prst="roundRect">
            <a:avLst>
              <a:gd name="adj" fmla="val 3396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03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6"/>
          <p:cNvSpPr>
            <a:spLocks noGrp="1"/>
          </p:cNvSpPr>
          <p:nvPr>
            <p:ph type="body"/>
          </p:nvPr>
        </p:nvSpPr>
        <p:spPr>
          <a:xfrm>
            <a:off x="17714880" y="9529920"/>
            <a:ext cx="5752800" cy="22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Короткий текст,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раскрывающий основную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суть. Можно разместить </a:t>
            </a:r>
            <a:br>
              <a:rPr sz="3200"/>
            </a:b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две, три или четыре строки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48" name="Текст 29"/>
          <p:cNvSpPr/>
          <p:nvPr/>
        </p:nvSpPr>
        <p:spPr>
          <a:xfrm>
            <a:off x="17714880" y="7726680"/>
            <a:ext cx="1619640" cy="1403640"/>
          </a:xfrm>
          <a:prstGeom prst="roundRect">
            <a:avLst>
              <a:gd name="adj" fmla="val 33961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04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7"/>
          <p:cNvSpPr>
            <a:spLocks noGrp="1"/>
          </p:cNvSpPr>
          <p:nvPr>
            <p:ph type="ftr" idx="69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PlaceHolder 8"/>
          <p:cNvSpPr>
            <a:spLocks noGrp="1"/>
          </p:cNvSpPr>
          <p:nvPr>
            <p:ph type="sldNum" idx="7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A90C0F-7438-49E9-9188-2118E0F23093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д без заголовк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body"/>
          </p:nvPr>
        </p:nvSpPr>
        <p:spPr>
          <a:xfrm>
            <a:off x="914400" y="914400"/>
            <a:ext cx="22553280" cy="10886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360000" rIns="0" tIns="360000" bIns="0" anchor="t">
            <a:noAutofit/>
          </a:bodyPr>
          <a:p>
            <a:pPr indent="0" defTabSz="1828800">
              <a:lnSpc>
                <a:spcPct val="12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Код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ftr" idx="71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72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EDF63F-A81B-4CB0-AF3F-A9CF30E006EF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Полилиния: фигура 7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д + 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Образец заголовка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2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Код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58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ftr" idx="73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 type="sldNum" idx="74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8373A2-5595-46B9-BDDC-C8B4EDE0CD2A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д + заголовок в 2 строки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в две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914400" y="4086360"/>
            <a:ext cx="22553280" cy="81658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360000" anchor="t">
            <a:noAutofit/>
          </a:bodyPr>
          <a:p>
            <a:pPr indent="0" defTabSz="1828800">
              <a:lnSpc>
                <a:spcPct val="12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Код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63" name="Полилиния: фигура 3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ftr" idx="75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 type="sldNum" idx="7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80D0BB-0F29-4700-BD69-E599DA0A42C9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д + короткий заголовок +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Прямоугольник 4"/>
          <p:cNvSpPr/>
          <p:nvPr/>
        </p:nvSpPr>
        <p:spPr>
          <a:xfrm flipH="1">
            <a:off x="0" y="0"/>
            <a:ext cx="8169120" cy="13715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YS Text Regular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6604920" cy="36288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Короткий</a:t>
            </a:r>
            <a:br>
              <a:rPr sz="6000"/>
            </a:br>
            <a:r>
              <a:rPr b="0" lang="ru-RU" sz="6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</a:t>
            </a:r>
            <a:br>
              <a:rPr sz="6000"/>
            </a:br>
            <a:r>
              <a:rPr b="0" lang="ru-RU" sz="6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слайда 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8583480" y="914400"/>
            <a:ext cx="14867640" cy="113374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2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Код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ftr" idx="77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sldNum" idx="7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8EB56D-0276-49CD-8ABB-1FD9BA4DC2B9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Полилиния: фигура 7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914400" y="5457960"/>
            <a:ext cx="6604920" cy="63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пикер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914400" y="817200"/>
            <a:ext cx="22553280" cy="191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14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Кто я?</a:t>
            </a:r>
            <a:endParaRPr b="0" lang="en-US" sz="14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914400" y="3635280"/>
            <a:ext cx="8203680" cy="816588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body"/>
          </p:nvPr>
        </p:nvSpPr>
        <p:spPr>
          <a:xfrm>
            <a:off x="11035440" y="5450040"/>
            <a:ext cx="11512800" cy="49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2401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Regular"/>
              </a:rPr>
              <a:t>Профессия, должность,</a:t>
            </a:r>
            <a:br>
              <a:rPr sz="4000"/>
            </a:b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Regular"/>
              </a:rPr>
              <a:t>место работы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Чем занимаюсь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Описание работы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Проекты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 type="body"/>
          </p:nvPr>
        </p:nvSpPr>
        <p:spPr>
          <a:xfrm>
            <a:off x="11031840" y="4105800"/>
            <a:ext cx="1151280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Имя Фамилия</a:t>
            </a:r>
            <a:endParaRPr b="0" lang="en-US" sz="6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77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78" name="PlaceHolder 5"/>
          <p:cNvSpPr>
            <a:spLocks noGrp="1"/>
          </p:cNvSpPr>
          <p:nvPr>
            <p:ph type="ftr" idx="79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PlaceHolder 6"/>
          <p:cNvSpPr>
            <a:spLocks noGrp="1"/>
          </p:cNvSpPr>
          <p:nvPr>
            <p:ph type="sldNum" idx="8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40E6F8-C010-4ED3-A65A-B27E7DC3DB9C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R-код + заголовок +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616760" cy="407808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слайда в две, </a:t>
            </a:r>
            <a:br>
              <a:rPr sz="8000"/>
            </a:b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три строки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12993480" y="1389240"/>
            <a:ext cx="9899640" cy="989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8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QR</a:t>
            </a:r>
            <a:endParaRPr b="0" lang="en-US" sz="4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ftr" idx="81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 type="sldNum" idx="82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E76F6A-3F11-48EF-9921-0D7819529E2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Полилиния: фигура 6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85" name="PlaceHolder 5"/>
          <p:cNvSpPr>
            <a:spLocks noGrp="1"/>
          </p:cNvSpPr>
          <p:nvPr>
            <p:ph type="body"/>
          </p:nvPr>
        </p:nvSpPr>
        <p:spPr>
          <a:xfrm>
            <a:off x="914400" y="5450040"/>
            <a:ext cx="10661400" cy="635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QR-кода + короткий заголовок +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5293800" cy="407808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Короткий</a:t>
            </a:r>
            <a:br>
              <a:rPr sz="6000"/>
            </a:br>
            <a:r>
              <a:rPr b="0" lang="ru-RU" sz="6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</a:t>
            </a:r>
            <a:br>
              <a:rPr sz="6000"/>
            </a:br>
            <a:r>
              <a:rPr b="0" lang="ru-RU" sz="6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слайда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15797160" y="1363680"/>
            <a:ext cx="7189920" cy="725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QR</a:t>
            </a:r>
            <a:endParaRPr b="0" lang="en-US" sz="4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15797160" y="9080640"/>
            <a:ext cx="7170480" cy="224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1828800">
              <a:lnSpc>
                <a:spcPct val="100000"/>
              </a:lnSpc>
              <a:spcBef>
                <a:spcPts val="2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Текст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 type="body"/>
          </p:nvPr>
        </p:nvSpPr>
        <p:spPr>
          <a:xfrm>
            <a:off x="7172280" y="1363680"/>
            <a:ext cx="7189920" cy="725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QR</a:t>
            </a:r>
            <a:endParaRPr b="0" lang="en-US" sz="4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90" name="PlaceHolder 5"/>
          <p:cNvSpPr>
            <a:spLocks noGrp="1"/>
          </p:cNvSpPr>
          <p:nvPr>
            <p:ph type="body"/>
          </p:nvPr>
        </p:nvSpPr>
        <p:spPr>
          <a:xfrm>
            <a:off x="7172280" y="9080640"/>
            <a:ext cx="7170480" cy="224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1828800">
              <a:lnSpc>
                <a:spcPct val="100000"/>
              </a:lnSpc>
              <a:spcBef>
                <a:spcPts val="2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Текст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91" name="PlaceHolder 6"/>
          <p:cNvSpPr>
            <a:spLocks noGrp="1"/>
          </p:cNvSpPr>
          <p:nvPr>
            <p:ph type="ftr" idx="83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PlaceHolder 7"/>
          <p:cNvSpPr>
            <a:spLocks noGrp="1"/>
          </p:cNvSpPr>
          <p:nvPr>
            <p:ph type="sldNum" idx="84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E046E3-ED25-4125-AC19-09282BC447A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394" name="PlaceHolder 8"/>
          <p:cNvSpPr>
            <a:spLocks noGrp="1"/>
          </p:cNvSpPr>
          <p:nvPr>
            <p:ph type="body"/>
          </p:nvPr>
        </p:nvSpPr>
        <p:spPr>
          <a:xfrm>
            <a:off x="914400" y="5450040"/>
            <a:ext cx="5293800" cy="635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д + фото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Рисунок 10" descr=""/>
          <p:cNvPicPr/>
          <p:nvPr/>
        </p:nvPicPr>
        <p:blipFill>
          <a:blip r:embed="rId2"/>
          <a:srcRect l="4140" t="452" r="23689" b="53862"/>
          <a:stretch/>
        </p:blipFill>
        <p:spPr>
          <a:xfrm>
            <a:off x="8463600" y="3638520"/>
            <a:ext cx="15918480" cy="100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109276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13879440" y="2728800"/>
            <a:ext cx="9575640" cy="9523080"/>
          </a:xfrm>
          <a:prstGeom prst="rect">
            <a:avLst/>
          </a:prstGeom>
          <a:solidFill>
            <a:schemeClr val="dk2"/>
          </a:solidFill>
          <a:ln w="3240">
            <a:solidFill>
              <a:schemeClr val="lt2">
                <a:lumMod val="90000"/>
              </a:schemeClr>
            </a:solidFill>
            <a:round/>
          </a:ln>
        </p:spPr>
        <p:txBody>
          <a:bodyPr lIns="90000" rIns="90000" tIns="45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body"/>
          </p:nvPr>
        </p:nvSpPr>
        <p:spPr>
          <a:xfrm>
            <a:off x="914400" y="2728800"/>
            <a:ext cx="12095640" cy="9523080"/>
          </a:xfrm>
          <a:prstGeom prst="rect">
            <a:avLst/>
          </a:prstGeom>
          <a:noFill/>
          <a:ln w="0">
            <a:noFill/>
          </a:ln>
        </p:spPr>
        <p:txBody>
          <a:bodyPr lIns="360000" rIns="0" tIns="360000" bIns="0" anchor="t">
            <a:noAutofit/>
          </a:bodyPr>
          <a:p>
            <a:pPr indent="0" defTabSz="1828800">
              <a:lnSpc>
                <a:spcPct val="12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Код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399" name="PlaceHolder 4"/>
          <p:cNvSpPr>
            <a:spLocks noGrp="1"/>
          </p:cNvSpPr>
          <p:nvPr>
            <p:ph type="ftr" idx="85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PlaceHolder 5"/>
          <p:cNvSpPr>
            <a:spLocks noGrp="1"/>
          </p:cNvSpPr>
          <p:nvPr>
            <p:ph type="sldNum" idx="8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43D70C-DDD8-42A5-A9D1-257C8D869EAA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д + скриншот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Рисунок 9" descr=""/>
          <p:cNvPicPr/>
          <p:nvPr/>
        </p:nvPicPr>
        <p:blipFill>
          <a:blip r:embed="rId2"/>
          <a:srcRect l="4140" t="452" r="23689" b="53862"/>
          <a:stretch/>
        </p:blipFill>
        <p:spPr>
          <a:xfrm>
            <a:off x="8463600" y="3638520"/>
            <a:ext cx="15918480" cy="100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109276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914400" y="2728800"/>
            <a:ext cx="12095640" cy="9523080"/>
          </a:xfrm>
          <a:prstGeom prst="rect">
            <a:avLst/>
          </a:prstGeom>
          <a:noFill/>
          <a:ln w="0">
            <a:noFill/>
          </a:ln>
        </p:spPr>
        <p:txBody>
          <a:bodyPr lIns="360000" rIns="0" tIns="360000" bIns="0" anchor="t">
            <a:noAutofit/>
          </a:bodyPr>
          <a:p>
            <a:pPr indent="0" defTabSz="1828800">
              <a:lnSpc>
                <a:spcPct val="12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Код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body"/>
          </p:nvPr>
        </p:nvSpPr>
        <p:spPr>
          <a:xfrm>
            <a:off x="13879440" y="2728800"/>
            <a:ext cx="9575640" cy="952308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90000" rIns="90000" tIns="45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Скриншот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 type="ftr" idx="87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PlaceHolder 5"/>
          <p:cNvSpPr>
            <a:spLocks noGrp="1"/>
          </p:cNvSpPr>
          <p:nvPr>
            <p:ph type="sldNum" idx="8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A77860-ED76-4D97-B4C9-374EC9D6E5D4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Полилиния: фигура 6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 + скриншот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Рисунок 9" descr=""/>
          <p:cNvPicPr/>
          <p:nvPr/>
        </p:nvPicPr>
        <p:blipFill>
          <a:blip r:embed="rId2"/>
          <a:srcRect l="4140" t="452" r="23689" b="53862"/>
          <a:stretch/>
        </p:blipFill>
        <p:spPr>
          <a:xfrm>
            <a:off x="8463600" y="3638520"/>
            <a:ext cx="15918480" cy="100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Заголовок слайда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13879440" y="2728080"/>
            <a:ext cx="9588240" cy="952380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90000" rIns="90000" tIns="45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Скриншот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body"/>
          </p:nvPr>
        </p:nvSpPr>
        <p:spPr>
          <a:xfrm>
            <a:off x="914400" y="2728080"/>
            <a:ext cx="12344040" cy="952380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90000" rIns="90000" tIns="45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13" name="PlaceHolder 4"/>
          <p:cNvSpPr>
            <a:spLocks noGrp="1"/>
          </p:cNvSpPr>
          <p:nvPr>
            <p:ph type="ftr" idx="89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5"/>
          <p:cNvSpPr>
            <a:spLocks noGrp="1"/>
          </p:cNvSpPr>
          <p:nvPr>
            <p:ph type="sldNum" idx="9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6070CB-D268-4A80-BA3D-7F5354793F70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Полилиния: фигура 6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 Финал + Q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Box 1"/>
          <p:cNvSpPr/>
          <p:nvPr/>
        </p:nvSpPr>
        <p:spPr>
          <a:xfrm>
            <a:off x="913680" y="914400"/>
            <a:ext cx="13929120" cy="10886760"/>
          </a:xfrm>
          <a:prstGeom prst="roundRect">
            <a:avLst>
              <a:gd name="adj" fmla="val 475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360000" tIns="504000" bIns="0" anchor="t">
            <a:noAutofit/>
          </a:bodyPr>
          <a:p>
            <a:pPr defTabSz="457200">
              <a:lnSpc>
                <a:spcPct val="80000"/>
              </a:lnSpc>
            </a:pPr>
            <a:endParaRPr b="0" lang="ru-RU" sz="9000" strike="noStrike" u="none">
              <a:solidFill>
                <a:schemeClr val="dk1"/>
              </a:solidFill>
              <a:effectLst/>
              <a:uFillTx/>
              <a:latin typeface="YS Display Medium"/>
            </a:endParaRPr>
          </a:p>
        </p:txBody>
      </p:sp>
      <p:pic>
        <p:nvPicPr>
          <p:cNvPr id="417" name="Рисунок 6" descr=""/>
          <p:cNvPicPr/>
          <p:nvPr/>
        </p:nvPicPr>
        <p:blipFill>
          <a:blip r:embed="rId2"/>
          <a:srcRect l="-24945" t="12317" r="-3377" b="14963"/>
          <a:stretch/>
        </p:blipFill>
        <p:spPr>
          <a:xfrm>
            <a:off x="7371000" y="7756560"/>
            <a:ext cx="7471800" cy="404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Рисунок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437480" y="1370880"/>
            <a:ext cx="1871280" cy="5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1425600" y="2728800"/>
            <a:ext cx="1190916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4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Спасибо!</a:t>
            </a:r>
            <a:endParaRPr b="0" lang="en-US" sz="14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1425600" y="5450040"/>
            <a:ext cx="11934360" cy="226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4572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Текстовый блок с дополнительной</a:t>
            </a:r>
            <a:br>
              <a:rPr sz="4000"/>
            </a:b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информацией, призывом к действию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1431000" y="9050400"/>
            <a:ext cx="11903760" cy="47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 type="body"/>
          </p:nvPr>
        </p:nvSpPr>
        <p:spPr>
          <a:xfrm>
            <a:off x="1431000" y="9987120"/>
            <a:ext cx="1190376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Должность,</a:t>
            </a:r>
            <a:br>
              <a:rPr sz="2800"/>
            </a:b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место работы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23" name="TextBox 18"/>
          <p:cNvSpPr/>
          <p:nvPr/>
        </p:nvSpPr>
        <p:spPr>
          <a:xfrm>
            <a:off x="15290640" y="914400"/>
            <a:ext cx="8176680" cy="10886760"/>
          </a:xfrm>
          <a:prstGeom prst="roundRect">
            <a:avLst>
              <a:gd name="adj" fmla="val 6163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360000" tIns="504000" bIns="0" anchor="t">
            <a:noAutofit/>
          </a:bodyPr>
          <a:p>
            <a:pPr defTabSz="457200">
              <a:lnSpc>
                <a:spcPct val="80000"/>
              </a:lnSpc>
            </a:pPr>
            <a:endParaRPr b="0" lang="ru-RU" sz="9000" strike="noStrike" u="none">
              <a:solidFill>
                <a:schemeClr val="dk1"/>
              </a:solidFill>
              <a:effectLst/>
              <a:uFillTx/>
              <a:latin typeface="YS Display Medium"/>
            </a:endParaRPr>
          </a:p>
        </p:txBody>
      </p:sp>
      <p:sp>
        <p:nvSpPr>
          <p:cNvPr id="424" name="PlaceHolder 5"/>
          <p:cNvSpPr>
            <a:spLocks noGrp="1"/>
          </p:cNvSpPr>
          <p:nvPr>
            <p:ph type="body"/>
          </p:nvPr>
        </p:nvSpPr>
        <p:spPr>
          <a:xfrm>
            <a:off x="15797160" y="1363680"/>
            <a:ext cx="7189920" cy="725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QR</a:t>
            </a:r>
            <a:endParaRPr b="0" lang="en-US" sz="4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25" name="PlaceHolder 6"/>
          <p:cNvSpPr>
            <a:spLocks noGrp="1"/>
          </p:cNvSpPr>
          <p:nvPr>
            <p:ph type="body"/>
          </p:nvPr>
        </p:nvSpPr>
        <p:spPr>
          <a:xfrm>
            <a:off x="15797160" y="9080640"/>
            <a:ext cx="7170480" cy="224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1828800">
              <a:lnSpc>
                <a:spcPct val="100000"/>
              </a:lnSpc>
              <a:spcBef>
                <a:spcPts val="2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Текст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26" name="PlaceHolder 7"/>
          <p:cNvSpPr>
            <a:spLocks noGrp="1"/>
          </p:cNvSpPr>
          <p:nvPr>
            <p:ph type="ftr" idx="91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1 Финал + Q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Box 1"/>
          <p:cNvSpPr/>
          <p:nvPr/>
        </p:nvSpPr>
        <p:spPr>
          <a:xfrm>
            <a:off x="913680" y="914400"/>
            <a:ext cx="13929120" cy="10886760"/>
          </a:xfrm>
          <a:prstGeom prst="roundRect">
            <a:avLst>
              <a:gd name="adj" fmla="val 475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360000" tIns="504000" bIns="0" anchor="t">
            <a:noAutofit/>
          </a:bodyPr>
          <a:p>
            <a:pPr defTabSz="457200">
              <a:lnSpc>
                <a:spcPct val="80000"/>
              </a:lnSpc>
            </a:pPr>
            <a:endParaRPr b="0" lang="ru-RU" sz="9000" strike="noStrike" u="none">
              <a:solidFill>
                <a:schemeClr val="dk1"/>
              </a:solidFill>
              <a:effectLst/>
              <a:uFillTx/>
              <a:latin typeface="YS Display Medium"/>
            </a:endParaRPr>
          </a:p>
        </p:txBody>
      </p:sp>
      <p:pic>
        <p:nvPicPr>
          <p:cNvPr id="429" name="Рисунок 6" descr=""/>
          <p:cNvPicPr/>
          <p:nvPr/>
        </p:nvPicPr>
        <p:blipFill>
          <a:blip r:embed="rId2"/>
          <a:srcRect l="-24945" t="12317" r="-3377" b="14963"/>
          <a:stretch/>
        </p:blipFill>
        <p:spPr>
          <a:xfrm>
            <a:off x="7371000" y="7756560"/>
            <a:ext cx="7471800" cy="404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Рисунок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437480" y="1370880"/>
            <a:ext cx="1871280" cy="5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1425600" y="2728800"/>
            <a:ext cx="1190916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4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Спасибо!</a:t>
            </a:r>
            <a:endParaRPr b="0" lang="en-US" sz="14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1425600" y="5450040"/>
            <a:ext cx="11934360" cy="226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4572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Текстовый блок с дополнительной</a:t>
            </a:r>
            <a:br>
              <a:rPr sz="4000"/>
            </a:b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информацией, призывом к действию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body"/>
          </p:nvPr>
        </p:nvSpPr>
        <p:spPr>
          <a:xfrm>
            <a:off x="1431000" y="9050400"/>
            <a:ext cx="11903760" cy="47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34" name="PlaceHolder 4"/>
          <p:cNvSpPr>
            <a:spLocks noGrp="1"/>
          </p:cNvSpPr>
          <p:nvPr>
            <p:ph type="body"/>
          </p:nvPr>
        </p:nvSpPr>
        <p:spPr>
          <a:xfrm>
            <a:off x="1431000" y="9987120"/>
            <a:ext cx="1190376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Должность,</a:t>
            </a:r>
            <a:br>
              <a:rPr sz="2800"/>
            </a:b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место работы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35" name="PlaceHolder 5"/>
          <p:cNvSpPr>
            <a:spLocks noGrp="1"/>
          </p:cNvSpPr>
          <p:nvPr>
            <p:ph type="ftr" idx="92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Полилиния: фигура 4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Финал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Box 1"/>
          <p:cNvSpPr/>
          <p:nvPr/>
        </p:nvSpPr>
        <p:spPr>
          <a:xfrm>
            <a:off x="913680" y="914400"/>
            <a:ext cx="16800840" cy="10886760"/>
          </a:xfrm>
          <a:prstGeom prst="roundRect">
            <a:avLst>
              <a:gd name="adj" fmla="val 475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0" rIns="360000" tIns="504000" bIns="0" anchor="t">
            <a:noAutofit/>
          </a:bodyPr>
          <a:p>
            <a:pPr defTabSz="457200">
              <a:lnSpc>
                <a:spcPct val="80000"/>
              </a:lnSpc>
            </a:pPr>
            <a:endParaRPr b="0" lang="ru-RU" sz="9000" strike="noStrike" u="none">
              <a:solidFill>
                <a:schemeClr val="dk1"/>
              </a:solidFill>
              <a:effectLst/>
              <a:uFillTx/>
              <a:latin typeface="YS Display Medium"/>
            </a:endParaRPr>
          </a:p>
        </p:txBody>
      </p:sp>
      <p:pic>
        <p:nvPicPr>
          <p:cNvPr id="438" name="Рисунок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37480" y="1370880"/>
            <a:ext cx="1871280" cy="5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425600" y="2728800"/>
            <a:ext cx="1190916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4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Вопросы?</a:t>
            </a:r>
            <a:endParaRPr b="0" lang="en-US" sz="14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1425600" y="5450040"/>
            <a:ext cx="11934360" cy="226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4572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Текстовый блок с дополнительной</a:t>
            </a:r>
            <a:br>
              <a:rPr sz="4000"/>
            </a:b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информацией, призывом к действию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body"/>
          </p:nvPr>
        </p:nvSpPr>
        <p:spPr>
          <a:xfrm>
            <a:off x="1431000" y="9050400"/>
            <a:ext cx="11928960" cy="47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42" name="PlaceHolder 4"/>
          <p:cNvSpPr>
            <a:spLocks noGrp="1"/>
          </p:cNvSpPr>
          <p:nvPr>
            <p:ph type="body"/>
          </p:nvPr>
        </p:nvSpPr>
        <p:spPr>
          <a:xfrm>
            <a:off x="1431000" y="9987120"/>
            <a:ext cx="11928960" cy="9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Должность,</a:t>
            </a:r>
            <a:br>
              <a:rPr sz="2800"/>
            </a:b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место работы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43" name="PlaceHolder 5"/>
          <p:cNvSpPr>
            <a:spLocks noGrp="1"/>
          </p:cNvSpPr>
          <p:nvPr>
            <p:ph type="ftr" idx="93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Полилиния: фигура 5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pic>
        <p:nvPicPr>
          <p:cNvPr id="445" name="Рисунок 6" descr=""/>
          <p:cNvPicPr/>
          <p:nvPr/>
        </p:nvPicPr>
        <p:blipFill>
          <a:blip r:embed="rId4"/>
          <a:srcRect l="357" t="-4818" r="14821" b="20127"/>
          <a:stretch/>
        </p:blipFill>
        <p:spPr>
          <a:xfrm>
            <a:off x="11849040" y="1202760"/>
            <a:ext cx="12533040" cy="125128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белый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ерый">
    <p:bg>
      <p:bgPr>
        <a:solidFill>
          <a:schemeClr val="lt1">
            <a:lumMod val="10000"/>
            <a:lumOff val="9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манда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Прямоугольник 8"/>
          <p:cNvSpPr/>
          <p:nvPr/>
        </p:nvSpPr>
        <p:spPr>
          <a:xfrm flipH="1">
            <a:off x="-720" y="0"/>
            <a:ext cx="7245000" cy="13715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YS Text Regular"/>
            </a:endParaRPr>
          </a:p>
        </p:txBody>
      </p:sp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529380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Заголовок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8146080" y="905040"/>
            <a:ext cx="3349440" cy="3167640"/>
          </a:xfrm>
          <a:prstGeom prst="rect">
            <a:avLst/>
          </a:prstGeom>
          <a:solidFill>
            <a:srgbClr val="e8e8e8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body"/>
          </p:nvPr>
        </p:nvSpPr>
        <p:spPr>
          <a:xfrm>
            <a:off x="8169840" y="4631400"/>
            <a:ext cx="4292280" cy="62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50" name="PlaceHolder 4"/>
          <p:cNvSpPr>
            <a:spLocks noGrp="1"/>
          </p:cNvSpPr>
          <p:nvPr>
            <p:ph type="body"/>
          </p:nvPr>
        </p:nvSpPr>
        <p:spPr>
          <a:xfrm>
            <a:off x="8169840" y="5252040"/>
            <a:ext cx="4292280" cy="113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accent2"/>
                </a:solidFill>
                <a:effectLst/>
                <a:uFillTx/>
                <a:latin typeface="YS Text Regular"/>
              </a:rPr>
              <a:t>Должность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51" name="PlaceHolder 5"/>
          <p:cNvSpPr>
            <a:spLocks noGrp="1"/>
          </p:cNvSpPr>
          <p:nvPr>
            <p:ph type="body"/>
          </p:nvPr>
        </p:nvSpPr>
        <p:spPr>
          <a:xfrm>
            <a:off x="13421880" y="4631400"/>
            <a:ext cx="4292280" cy="62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52" name="PlaceHolder 6"/>
          <p:cNvSpPr>
            <a:spLocks noGrp="1"/>
          </p:cNvSpPr>
          <p:nvPr>
            <p:ph type="body"/>
          </p:nvPr>
        </p:nvSpPr>
        <p:spPr>
          <a:xfrm>
            <a:off x="13421880" y="5252040"/>
            <a:ext cx="4292280" cy="113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accent2"/>
                </a:solidFill>
                <a:effectLst/>
                <a:uFillTx/>
                <a:latin typeface="YS Text Regular"/>
              </a:rPr>
              <a:t>Должность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53" name="PlaceHolder 7"/>
          <p:cNvSpPr>
            <a:spLocks noGrp="1"/>
          </p:cNvSpPr>
          <p:nvPr>
            <p:ph type="body"/>
          </p:nvPr>
        </p:nvSpPr>
        <p:spPr>
          <a:xfrm>
            <a:off x="18639000" y="4631400"/>
            <a:ext cx="4292280" cy="62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54" name="PlaceHolder 8"/>
          <p:cNvSpPr>
            <a:spLocks noGrp="1"/>
          </p:cNvSpPr>
          <p:nvPr>
            <p:ph type="body"/>
          </p:nvPr>
        </p:nvSpPr>
        <p:spPr>
          <a:xfrm>
            <a:off x="18639000" y="5252040"/>
            <a:ext cx="4292280" cy="113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accent2"/>
                </a:solidFill>
                <a:effectLst/>
                <a:uFillTx/>
                <a:latin typeface="YS Text Regular"/>
              </a:rPr>
              <a:t>Должность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55" name="PlaceHolder 9"/>
          <p:cNvSpPr>
            <a:spLocks noGrp="1"/>
          </p:cNvSpPr>
          <p:nvPr>
            <p:ph type="body"/>
          </p:nvPr>
        </p:nvSpPr>
        <p:spPr>
          <a:xfrm>
            <a:off x="13392720" y="905040"/>
            <a:ext cx="3349440" cy="3167640"/>
          </a:xfrm>
          <a:prstGeom prst="rect">
            <a:avLst/>
          </a:prstGeom>
          <a:solidFill>
            <a:srgbClr val="e8e8e8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56" name="PlaceHolder 10"/>
          <p:cNvSpPr>
            <a:spLocks noGrp="1"/>
          </p:cNvSpPr>
          <p:nvPr>
            <p:ph type="body"/>
          </p:nvPr>
        </p:nvSpPr>
        <p:spPr>
          <a:xfrm>
            <a:off x="18639000" y="905040"/>
            <a:ext cx="3349440" cy="3167640"/>
          </a:xfrm>
          <a:prstGeom prst="rect">
            <a:avLst/>
          </a:prstGeom>
          <a:solidFill>
            <a:srgbClr val="e8e8e8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57" name="PlaceHolder 11"/>
          <p:cNvSpPr>
            <a:spLocks noGrp="1"/>
          </p:cNvSpPr>
          <p:nvPr>
            <p:ph type="body"/>
          </p:nvPr>
        </p:nvSpPr>
        <p:spPr>
          <a:xfrm>
            <a:off x="914400" y="4524120"/>
            <a:ext cx="5315040" cy="77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Четвертый </a:t>
            </a:r>
            <a:br>
              <a:rPr sz="4000"/>
            </a:b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уровень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58" name="PlaceHolder 12"/>
          <p:cNvSpPr>
            <a:spLocks noGrp="1"/>
          </p:cNvSpPr>
          <p:nvPr>
            <p:ph type="ftr" idx="94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PlaceHolder 13"/>
          <p:cNvSpPr>
            <a:spLocks noGrp="1"/>
          </p:cNvSpPr>
          <p:nvPr>
            <p:ph type="sldNum" idx="95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261317-4F6C-42F6-845A-3412506DD83B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Полилиния: фигура 12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461" name="PlaceHolder 14"/>
          <p:cNvSpPr>
            <a:spLocks noGrp="1"/>
          </p:cNvSpPr>
          <p:nvPr>
            <p:ph type="body"/>
          </p:nvPr>
        </p:nvSpPr>
        <p:spPr>
          <a:xfrm>
            <a:off x="8154720" y="10498680"/>
            <a:ext cx="4292280" cy="62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62" name="PlaceHolder 15"/>
          <p:cNvSpPr>
            <a:spLocks noGrp="1"/>
          </p:cNvSpPr>
          <p:nvPr>
            <p:ph type="body"/>
          </p:nvPr>
        </p:nvSpPr>
        <p:spPr>
          <a:xfrm>
            <a:off x="8154720" y="11119320"/>
            <a:ext cx="4292280" cy="113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accent2"/>
                </a:solidFill>
                <a:effectLst/>
                <a:uFillTx/>
                <a:latin typeface="YS Text Regular"/>
              </a:rPr>
              <a:t>Должность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63" name="PlaceHolder 16"/>
          <p:cNvSpPr>
            <a:spLocks noGrp="1"/>
          </p:cNvSpPr>
          <p:nvPr>
            <p:ph type="body"/>
          </p:nvPr>
        </p:nvSpPr>
        <p:spPr>
          <a:xfrm>
            <a:off x="13406760" y="10498680"/>
            <a:ext cx="4292280" cy="62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64" name="PlaceHolder 17"/>
          <p:cNvSpPr>
            <a:spLocks noGrp="1"/>
          </p:cNvSpPr>
          <p:nvPr>
            <p:ph type="body"/>
          </p:nvPr>
        </p:nvSpPr>
        <p:spPr>
          <a:xfrm>
            <a:off x="13406760" y="11119320"/>
            <a:ext cx="4292280" cy="113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accent2"/>
                </a:solidFill>
                <a:effectLst/>
                <a:uFillTx/>
                <a:latin typeface="YS Text Regular"/>
              </a:rPr>
              <a:t>Должность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65" name="PlaceHolder 18"/>
          <p:cNvSpPr>
            <a:spLocks noGrp="1"/>
          </p:cNvSpPr>
          <p:nvPr>
            <p:ph type="body"/>
          </p:nvPr>
        </p:nvSpPr>
        <p:spPr>
          <a:xfrm>
            <a:off x="18623880" y="10498680"/>
            <a:ext cx="4292280" cy="62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Имя Фамилия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66" name="PlaceHolder 19"/>
          <p:cNvSpPr>
            <a:spLocks noGrp="1"/>
          </p:cNvSpPr>
          <p:nvPr>
            <p:ph type="body"/>
          </p:nvPr>
        </p:nvSpPr>
        <p:spPr>
          <a:xfrm>
            <a:off x="18623880" y="11119320"/>
            <a:ext cx="4292280" cy="113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accent2"/>
                </a:solidFill>
                <a:effectLst/>
                <a:uFillTx/>
                <a:latin typeface="YS Text Regular"/>
              </a:rPr>
              <a:t>Должность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67" name="PlaceHolder 20"/>
          <p:cNvSpPr>
            <a:spLocks noGrp="1"/>
          </p:cNvSpPr>
          <p:nvPr>
            <p:ph type="body"/>
          </p:nvPr>
        </p:nvSpPr>
        <p:spPr>
          <a:xfrm>
            <a:off x="8126280" y="6815520"/>
            <a:ext cx="3349440" cy="3167640"/>
          </a:xfrm>
          <a:prstGeom prst="rect">
            <a:avLst/>
          </a:prstGeom>
          <a:solidFill>
            <a:srgbClr val="e8e8e8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68" name="PlaceHolder 21"/>
          <p:cNvSpPr>
            <a:spLocks noGrp="1"/>
          </p:cNvSpPr>
          <p:nvPr>
            <p:ph type="body"/>
          </p:nvPr>
        </p:nvSpPr>
        <p:spPr>
          <a:xfrm>
            <a:off x="13372920" y="6815520"/>
            <a:ext cx="3349440" cy="3167640"/>
          </a:xfrm>
          <a:prstGeom prst="rect">
            <a:avLst/>
          </a:prstGeom>
          <a:solidFill>
            <a:srgbClr val="e8e8e8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69" name="PlaceHolder 22"/>
          <p:cNvSpPr>
            <a:spLocks noGrp="1"/>
          </p:cNvSpPr>
          <p:nvPr>
            <p:ph type="body"/>
          </p:nvPr>
        </p:nvSpPr>
        <p:spPr>
          <a:xfrm>
            <a:off x="18619200" y="6815520"/>
            <a:ext cx="3349440" cy="3167640"/>
          </a:xfrm>
          <a:prstGeom prst="rect">
            <a:avLst/>
          </a:prstGeom>
          <a:solidFill>
            <a:srgbClr val="e8e8e8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темно-серый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380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Click to edit the outline text format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Second Outline Level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7620120"/>
              </a:tabLst>
            </a:pPr>
            <a:r>
              <a:rPr b="0" lang="ru-RU" sz="4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Third Outline Level</a:t>
            </a:r>
            <a:endParaRPr b="0" lang="ru-RU" sz="4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Fourth Outline Level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7620120"/>
              </a:tabLst>
            </a:pPr>
            <a:r>
              <a:rPr b="0" lang="ru-RU" sz="2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Fifth Outline Level</a:t>
            </a:r>
            <a:endParaRPr b="0" lang="ru-RU" sz="2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7620120"/>
              </a:tabLst>
            </a:pPr>
            <a:r>
              <a:rPr b="0" lang="ru-RU" sz="2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Sixth Outline Level</a:t>
            </a:r>
            <a:endParaRPr b="0" lang="ru-RU" sz="2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7620120"/>
              </a:tabLst>
            </a:pPr>
            <a:r>
              <a:rPr b="0" lang="ru-RU" sz="2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Seventh Outline Level</a:t>
            </a:r>
            <a:endParaRPr b="0" lang="ru-RU" sz="2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чёрный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ехнический слайд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Прямоугольник 6"/>
          <p:cNvSpPr/>
          <p:nvPr/>
        </p:nvSpPr>
        <p:spPr>
          <a:xfrm flipH="1">
            <a:off x="0" y="0"/>
            <a:ext cx="8583120" cy="13715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YS Text Regular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72115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dk1"/>
                </a:solidFill>
                <a:effectLst/>
                <a:uFillTx/>
                <a:latin typeface="YS Display Medium"/>
              </a:rPr>
              <a:t>Заголовок 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ldNum" idx="9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D3B4C1-6E90-415D-B276-587FA1302627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914400" y="2754360"/>
            <a:ext cx="7211520" cy="954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Образец текста</a:t>
            </a:r>
            <a:endParaRPr b="0" lang="en-US" sz="32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1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YS Display Medium"/>
              <a:buAutoNum type="arabicPeriod"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Второй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Третий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3" marL="1008000" indent="-504000" defTabSz="18288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SzPct val="110000"/>
              <a:buFont typeface="YS Text Regular"/>
              <a:buChar char="−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Четвертый уровень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Пятый уровень</a:t>
            </a:r>
            <a:endParaRPr b="0" lang="en-US" sz="24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одержание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body"/>
          </p:nvPr>
        </p:nvSpPr>
        <p:spPr>
          <a:xfrm>
            <a:off x="2394360" y="3168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Первый раздел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2394360" y="50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Второй раздел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body"/>
          </p:nvPr>
        </p:nvSpPr>
        <p:spPr>
          <a:xfrm>
            <a:off x="2394360" y="68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Третий раздел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79" name="PlaceHolder 4"/>
          <p:cNvSpPr>
            <a:spLocks noGrp="1"/>
          </p:cNvSpPr>
          <p:nvPr>
            <p:ph type="body"/>
          </p:nvPr>
        </p:nvSpPr>
        <p:spPr>
          <a:xfrm>
            <a:off x="2394360" y="86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Четвёртый раздел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80" name="Текст 29"/>
          <p:cNvSpPr/>
          <p:nvPr/>
        </p:nvSpPr>
        <p:spPr>
          <a:xfrm>
            <a:off x="12310560" y="29862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06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5"/>
          <p:cNvSpPr>
            <a:spLocks noGrp="1"/>
          </p:cNvSpPr>
          <p:nvPr>
            <p:ph type="body"/>
          </p:nvPr>
        </p:nvSpPr>
        <p:spPr>
          <a:xfrm>
            <a:off x="13908960" y="3168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Шестой раздел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82" name="Текст 29"/>
          <p:cNvSpPr/>
          <p:nvPr/>
        </p:nvSpPr>
        <p:spPr>
          <a:xfrm>
            <a:off x="12310560" y="4824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07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6"/>
          <p:cNvSpPr>
            <a:spLocks noGrp="1"/>
          </p:cNvSpPr>
          <p:nvPr>
            <p:ph type="body"/>
          </p:nvPr>
        </p:nvSpPr>
        <p:spPr>
          <a:xfrm>
            <a:off x="13908960" y="50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Седьмой раздел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84" name="Текст 29"/>
          <p:cNvSpPr/>
          <p:nvPr/>
        </p:nvSpPr>
        <p:spPr>
          <a:xfrm>
            <a:off x="12310560" y="6642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08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7"/>
          <p:cNvSpPr>
            <a:spLocks noGrp="1"/>
          </p:cNvSpPr>
          <p:nvPr>
            <p:ph type="body"/>
          </p:nvPr>
        </p:nvSpPr>
        <p:spPr>
          <a:xfrm>
            <a:off x="13908960" y="68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Восьмой раздел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86" name="Текст 29"/>
          <p:cNvSpPr/>
          <p:nvPr/>
        </p:nvSpPr>
        <p:spPr>
          <a:xfrm>
            <a:off x="12310560" y="84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09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8"/>
          <p:cNvSpPr>
            <a:spLocks noGrp="1"/>
          </p:cNvSpPr>
          <p:nvPr>
            <p:ph type="body"/>
          </p:nvPr>
        </p:nvSpPr>
        <p:spPr>
          <a:xfrm>
            <a:off x="13908960" y="86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Девятый раздел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88" name="Текст 29"/>
          <p:cNvSpPr/>
          <p:nvPr/>
        </p:nvSpPr>
        <p:spPr>
          <a:xfrm>
            <a:off x="791640" y="102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05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9"/>
          <p:cNvSpPr>
            <a:spLocks noGrp="1"/>
          </p:cNvSpPr>
          <p:nvPr>
            <p:ph type="body"/>
          </p:nvPr>
        </p:nvSpPr>
        <p:spPr>
          <a:xfrm>
            <a:off x="2403720" y="104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Пятый раздел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90" name="Текст 29"/>
          <p:cNvSpPr/>
          <p:nvPr/>
        </p:nvSpPr>
        <p:spPr>
          <a:xfrm>
            <a:off x="12310560" y="102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10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10"/>
          <p:cNvSpPr>
            <a:spLocks noGrp="1"/>
          </p:cNvSpPr>
          <p:nvPr>
            <p:ph type="body"/>
          </p:nvPr>
        </p:nvSpPr>
        <p:spPr>
          <a:xfrm>
            <a:off x="13908960" y="104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Десятый раздел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492" name="PlaceHolder 1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Содержание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493" name="PlaceHolder 12"/>
          <p:cNvSpPr>
            <a:spLocks noGrp="1"/>
          </p:cNvSpPr>
          <p:nvPr>
            <p:ph type="ftr" idx="97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PlaceHolder 13"/>
          <p:cNvSpPr>
            <a:spLocks noGrp="1"/>
          </p:cNvSpPr>
          <p:nvPr>
            <p:ph type="sldNum" idx="9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5197D8-88A8-4E82-8E9B-36732AAA45A6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Полилиния: фигура 3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496" name="Текст 29"/>
          <p:cNvSpPr/>
          <p:nvPr/>
        </p:nvSpPr>
        <p:spPr>
          <a:xfrm>
            <a:off x="791640" y="2988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01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Текст 29"/>
          <p:cNvSpPr/>
          <p:nvPr/>
        </p:nvSpPr>
        <p:spPr>
          <a:xfrm>
            <a:off x="791640" y="482436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02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Текст 29"/>
          <p:cNvSpPr/>
          <p:nvPr/>
        </p:nvSpPr>
        <p:spPr>
          <a:xfrm>
            <a:off x="791640" y="6642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03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Текст 29"/>
          <p:cNvSpPr/>
          <p:nvPr/>
        </p:nvSpPr>
        <p:spPr>
          <a:xfrm>
            <a:off x="791640" y="84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04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одержание 2. Длинные описания разделов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Текст 29"/>
          <p:cNvSpPr/>
          <p:nvPr/>
        </p:nvSpPr>
        <p:spPr>
          <a:xfrm>
            <a:off x="792000" y="2988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01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1"/>
          <p:cNvSpPr>
            <a:spLocks noGrp="1"/>
          </p:cNvSpPr>
          <p:nvPr>
            <p:ph type="body"/>
          </p:nvPr>
        </p:nvSpPr>
        <p:spPr>
          <a:xfrm>
            <a:off x="2392920" y="3168000"/>
            <a:ext cx="20447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Первый раздел, длинное описание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02" name="Текст 29"/>
          <p:cNvSpPr/>
          <p:nvPr/>
        </p:nvSpPr>
        <p:spPr>
          <a:xfrm>
            <a:off x="792000" y="482436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02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2392920" y="5004000"/>
            <a:ext cx="20447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Второй раздел, длинное описание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04" name="Текст 29"/>
          <p:cNvSpPr/>
          <p:nvPr/>
        </p:nvSpPr>
        <p:spPr>
          <a:xfrm>
            <a:off x="792000" y="6642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03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body"/>
          </p:nvPr>
        </p:nvSpPr>
        <p:spPr>
          <a:xfrm>
            <a:off x="2392920" y="6804000"/>
            <a:ext cx="20447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Третий раздел, длинное описание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06" name="Текст 29"/>
          <p:cNvSpPr/>
          <p:nvPr/>
        </p:nvSpPr>
        <p:spPr>
          <a:xfrm>
            <a:off x="792000" y="84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04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4"/>
          <p:cNvSpPr>
            <a:spLocks noGrp="1"/>
          </p:cNvSpPr>
          <p:nvPr>
            <p:ph type="body"/>
          </p:nvPr>
        </p:nvSpPr>
        <p:spPr>
          <a:xfrm>
            <a:off x="2392920" y="8604000"/>
            <a:ext cx="20447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Четвёртый раздел, длинное описание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08" name="Текст 29"/>
          <p:cNvSpPr/>
          <p:nvPr/>
        </p:nvSpPr>
        <p:spPr>
          <a:xfrm>
            <a:off x="792000" y="102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05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5"/>
          <p:cNvSpPr>
            <a:spLocks noGrp="1"/>
          </p:cNvSpPr>
          <p:nvPr>
            <p:ph type="body"/>
          </p:nvPr>
        </p:nvSpPr>
        <p:spPr>
          <a:xfrm>
            <a:off x="2392920" y="10404000"/>
            <a:ext cx="20447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Пятый раздел, длинное описание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10" name="PlaceHolder 6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Содержание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11" name="PlaceHolder 7"/>
          <p:cNvSpPr>
            <a:spLocks noGrp="1"/>
          </p:cNvSpPr>
          <p:nvPr>
            <p:ph type="ftr" idx="99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PlaceHolder 8"/>
          <p:cNvSpPr>
            <a:spLocks noGrp="1"/>
          </p:cNvSpPr>
          <p:nvPr>
            <p:ph type="sldNum" idx="10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852B07-D483-4942-A091-58B1136969E1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Полилиния: фигура 3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одержание 3 + фото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body"/>
          </p:nvPr>
        </p:nvSpPr>
        <p:spPr>
          <a:xfrm>
            <a:off x="12418920" y="2728800"/>
            <a:ext cx="11048760" cy="9072360"/>
          </a:xfrm>
          <a:prstGeom prst="rect">
            <a:avLst/>
          </a:prstGeom>
          <a:solidFill>
            <a:schemeClr val="dk2"/>
          </a:solidFill>
          <a:ln w="101520">
            <a:noFill/>
          </a:ln>
        </p:spPr>
        <p:txBody>
          <a:bodyPr lIns="0" rIns="0" tIns="0" bIns="0" anchor="ctr" anchorCtr="1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фото</a:t>
            </a:r>
            <a:endParaRPr b="0" lang="en-US" sz="1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Содержание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body"/>
          </p:nvPr>
        </p:nvSpPr>
        <p:spPr>
          <a:xfrm>
            <a:off x="2392920" y="3168000"/>
            <a:ext cx="90853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Первый раздел, описание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17" name="PlaceHolder 4"/>
          <p:cNvSpPr>
            <a:spLocks noGrp="1"/>
          </p:cNvSpPr>
          <p:nvPr>
            <p:ph type="body"/>
          </p:nvPr>
        </p:nvSpPr>
        <p:spPr>
          <a:xfrm>
            <a:off x="2392920" y="5004000"/>
            <a:ext cx="90853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Второй раздел, описание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18" name="PlaceHolder 5"/>
          <p:cNvSpPr>
            <a:spLocks noGrp="1"/>
          </p:cNvSpPr>
          <p:nvPr>
            <p:ph type="body"/>
          </p:nvPr>
        </p:nvSpPr>
        <p:spPr>
          <a:xfrm>
            <a:off x="2392920" y="6804000"/>
            <a:ext cx="90853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Третий раздел, описание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19" name="PlaceHolder 6"/>
          <p:cNvSpPr>
            <a:spLocks noGrp="1"/>
          </p:cNvSpPr>
          <p:nvPr>
            <p:ph type="body"/>
          </p:nvPr>
        </p:nvSpPr>
        <p:spPr>
          <a:xfrm>
            <a:off x="2392920" y="8604000"/>
            <a:ext cx="90853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Четвёртый раздел, описание </a:t>
            </a:r>
            <a:br>
              <a:rPr sz="4000"/>
            </a:b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в две строки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20" name="PlaceHolder 7"/>
          <p:cNvSpPr>
            <a:spLocks noGrp="1"/>
          </p:cNvSpPr>
          <p:nvPr>
            <p:ph type="ftr" idx="101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&lt;footer&gt;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PlaceHolder 8"/>
          <p:cNvSpPr>
            <a:spLocks noGrp="1"/>
          </p:cNvSpPr>
          <p:nvPr>
            <p:ph type="sldNum" idx="102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FF8DA5-275C-44E1-9CC2-0B91419EF5E2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Полилиния: фигура 8"/>
          <p:cNvSpPr/>
          <p:nvPr/>
        </p:nvSpPr>
        <p:spPr>
          <a:xfrm>
            <a:off x="914400" y="12489840"/>
            <a:ext cx="287640" cy="287640"/>
          </a:xfrm>
          <a:custGeom>
            <a:avLst/>
            <a:gdLst>
              <a:gd name="textAreaLeft" fmla="*/ 0 w 287640"/>
              <a:gd name="textAreaRight" fmla="*/ 288000 w 287640"/>
              <a:gd name="textAreaTop" fmla="*/ 0 h 287640"/>
              <a:gd name="textAreaBottom" fmla="*/ 288000 h 287640"/>
              <a:gd name="GluePoint1X" fmla="*/ 183813 w 351376"/>
              <a:gd name="GluePoint1Y" fmla="*/ 70449 h 351376"/>
              <a:gd name="GluePoint2X" fmla="*/ 102531 w 351376"/>
              <a:gd name="GluePoint2Y" fmla="*/ 139031 h 351376"/>
              <a:gd name="GluePoint3X" fmla="*/ 145712 w 351376"/>
              <a:gd name="GluePoint3Y" fmla="*/ 210152 h 351376"/>
              <a:gd name="GluePoint4X" fmla="*/ 97451 w 351376"/>
              <a:gd name="GluePoint4Y" fmla="*/ 281275 h 351376"/>
              <a:gd name="GluePoint5X" fmla="*/ 138092 w 351376"/>
              <a:gd name="GluePoint5Y" fmla="*/ 281275 h 351376"/>
              <a:gd name="GluePoint6X" fmla="*/ 188893 w 351376"/>
              <a:gd name="GluePoint6Y" fmla="*/ 202532 h 351376"/>
              <a:gd name="GluePoint7X" fmla="*/ 171113 w 351376"/>
              <a:gd name="GluePoint7Y" fmla="*/ 189832 h 351376"/>
              <a:gd name="GluePoint8X" fmla="*/ 138092 w 351376"/>
              <a:gd name="GluePoint8Y" fmla="*/ 136490 h 351376"/>
              <a:gd name="GluePoint9X" fmla="*/ 183813 w 351376"/>
              <a:gd name="GluePoint9Y" fmla="*/ 98390 h 351376"/>
              <a:gd name="GluePoint10X" fmla="*/ 201593 w 351376"/>
              <a:gd name="GluePoint10Y" fmla="*/ 98390 h 351376"/>
              <a:gd name="GluePoint11X" fmla="*/ 201593 w 351376"/>
              <a:gd name="GluePoint11Y" fmla="*/ 281275 h 351376"/>
              <a:gd name="GluePoint12X" fmla="*/ 237154 w 351376"/>
              <a:gd name="GluePoint12Y" fmla="*/ 281275 h 351376"/>
              <a:gd name="GluePoint13X" fmla="*/ 237154 w 351376"/>
              <a:gd name="GluePoint13Y" fmla="*/ 70449 h 351376"/>
              <a:gd name="GluePoint14X" fmla="*/ 175688 w 351376"/>
              <a:gd name="GluePoint14Y" fmla="*/ 0 h 351376"/>
              <a:gd name="GluePoint15X" fmla="*/ 351376 w 351376"/>
              <a:gd name="GluePoint15Y" fmla="*/ 175688 h 351376"/>
              <a:gd name="GluePoint16X" fmla="*/ 175688 w 351376"/>
              <a:gd name="GluePoint16Y" fmla="*/ 351376 h 351376"/>
              <a:gd name="GluePoint17X" fmla="*/ 0 w 351376"/>
              <a:gd name="GluePoint17Y" fmla="*/ 175688 h 351376"/>
              <a:gd name="GluePoint18X" fmla="*/ 175688 w 351376"/>
              <a:gd name="GluePoint18Y" fmla="*/ 0 h 351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351376" h="351376">
                <a:moveTo>
                  <a:pt x="183813" y="70449"/>
                </a:moveTo>
                <a:cubicBezTo>
                  <a:pt x="130472" y="70449"/>
                  <a:pt x="102531" y="98390"/>
                  <a:pt x="102531" y="139031"/>
                </a:cubicBezTo>
                <a:cubicBezTo>
                  <a:pt x="102531" y="172051"/>
                  <a:pt x="117771" y="189832"/>
                  <a:pt x="145712" y="210152"/>
                </a:cubicBezTo>
                <a:lnTo>
                  <a:pt x="97451" y="281275"/>
                </a:lnTo>
                <a:lnTo>
                  <a:pt x="138092" y="281275"/>
                </a:lnTo>
                <a:lnTo>
                  <a:pt x="188893" y="202532"/>
                </a:lnTo>
                <a:lnTo>
                  <a:pt x="171113" y="189832"/>
                </a:lnTo>
                <a:cubicBezTo>
                  <a:pt x="148252" y="174592"/>
                  <a:pt x="138092" y="161891"/>
                  <a:pt x="138092" y="136490"/>
                </a:cubicBezTo>
                <a:cubicBezTo>
                  <a:pt x="138092" y="113630"/>
                  <a:pt x="153332" y="98390"/>
                  <a:pt x="183813" y="98390"/>
                </a:cubicBezTo>
                <a:lnTo>
                  <a:pt x="201593" y="98390"/>
                </a:lnTo>
                <a:lnTo>
                  <a:pt x="201593" y="281275"/>
                </a:lnTo>
                <a:lnTo>
                  <a:pt x="237154" y="281275"/>
                </a:lnTo>
                <a:lnTo>
                  <a:pt x="237154" y="70449"/>
                </a:lnTo>
                <a:close/>
                <a:moveTo>
                  <a:pt x="175688" y="0"/>
                </a:moveTo>
                <a:cubicBezTo>
                  <a:pt x="272718" y="0"/>
                  <a:pt x="351376" y="78658"/>
                  <a:pt x="351376" y="175688"/>
                </a:cubicBezTo>
                <a:cubicBezTo>
                  <a:pt x="351376" y="272718"/>
                  <a:pt x="272718" y="351376"/>
                  <a:pt x="175688" y="351376"/>
                </a:cubicBezTo>
                <a:cubicBezTo>
                  <a:pt x="78658" y="351376"/>
                  <a:pt x="0" y="272718"/>
                  <a:pt x="0" y="175688"/>
                </a:cubicBezTo>
                <a:cubicBezTo>
                  <a:pt x="0" y="78658"/>
                  <a:pt x="78658" y="0"/>
                  <a:pt x="175688" y="0"/>
                </a:cubicBez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 w="2559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767676"/>
              </a:solidFill>
              <a:effectLst/>
              <a:uFillTx/>
              <a:latin typeface="YS Text Regular"/>
            </a:endParaRPr>
          </a:p>
        </p:txBody>
      </p:sp>
      <p:sp>
        <p:nvSpPr>
          <p:cNvPr id="523" name="Текст 29"/>
          <p:cNvSpPr/>
          <p:nvPr/>
        </p:nvSpPr>
        <p:spPr>
          <a:xfrm>
            <a:off x="792000" y="2988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01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Текст 29"/>
          <p:cNvSpPr/>
          <p:nvPr/>
        </p:nvSpPr>
        <p:spPr>
          <a:xfrm>
            <a:off x="792000" y="482436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02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Текст 29"/>
          <p:cNvSpPr/>
          <p:nvPr/>
        </p:nvSpPr>
        <p:spPr>
          <a:xfrm>
            <a:off x="792000" y="6642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03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Текст 29"/>
          <p:cNvSpPr/>
          <p:nvPr/>
        </p:nvSpPr>
        <p:spPr>
          <a:xfrm>
            <a:off x="792000" y="84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04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slideLayout" Target="../slideLayouts/slideLayout60.xml"/><Relationship Id="rId62" Type="http://schemas.openxmlformats.org/officeDocument/2006/relationships/slideLayout" Target="../slideLayouts/slideLayout61.xml"/><Relationship Id="rId63" Type="http://schemas.openxmlformats.org/officeDocument/2006/relationships/slideLayout" Target="../slideLayouts/slideLayout6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5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svg"/><Relationship Id="rId3" Type="http://schemas.openxmlformats.org/officeDocument/2006/relationships/slideLayout" Target="../slideLayouts/slideLayout2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slideLayout" Target="../slideLayouts/slideLayout2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slideLayout" Target="../slideLayouts/slideLayout2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5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Box 4"/>
          <p:cNvSpPr/>
          <p:nvPr/>
        </p:nvSpPr>
        <p:spPr>
          <a:xfrm>
            <a:off x="10044000" y="3220920"/>
            <a:ext cx="13421160" cy="8577720"/>
          </a:xfrm>
          <a:prstGeom prst="roundRect">
            <a:avLst>
              <a:gd name="adj" fmla="val 5831"/>
            </a:avLst>
          </a:prstGeom>
          <a:solidFill>
            <a:schemeClr val="tx1"/>
          </a:solid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914400" y="817200"/>
            <a:ext cx="22553280" cy="191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14000" strike="noStrike" u="none">
                <a:solidFill>
                  <a:srgbClr val="ffffff"/>
                </a:solidFill>
                <a:effectLst/>
                <a:uFillTx/>
                <a:latin typeface="YS Display Medium"/>
              </a:rPr>
              <a:t>Кто я?</a:t>
            </a:r>
            <a:endParaRPr b="0" lang="en-US" sz="14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29" name="Рисунок 5"/>
          <p:cNvSpPr/>
          <p:nvPr/>
        </p:nvSpPr>
        <p:spPr>
          <a:xfrm>
            <a:off x="914400" y="3635280"/>
            <a:ext cx="8203680" cy="8165880"/>
          </a:xfrm>
          <a:prstGeom prst="roundRect">
            <a:avLst>
              <a:gd name="adj" fmla="val 35373"/>
            </a:avLst>
          </a:prstGeom>
          <a:blipFill rotWithShape="0">
            <a:blip r:embed="rId1"/>
            <a:srcRect/>
            <a:stretch/>
          </a:blipFill>
          <a:ln w="101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11035440" y="5450040"/>
            <a:ext cx="11512800" cy="49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2bf52c"/>
                </a:solidFill>
                <a:effectLst/>
                <a:uFillTx/>
                <a:latin typeface="YS Text Regular"/>
              </a:rPr>
              <a:t>Эксперт разработчик C++, </a:t>
            </a:r>
            <a:br>
              <a:rPr sz="4000"/>
            </a:br>
            <a:r>
              <a:rPr b="0" lang="ru-RU" sz="4000" strike="noStrike" u="none">
                <a:solidFill>
                  <a:srgbClr val="2bf52c"/>
                </a:solidFill>
                <a:effectLst/>
                <a:uFillTx/>
                <a:latin typeface="YS Text Regular"/>
              </a:rPr>
              <a:t>Группа разработки фреймворка userver, </a:t>
            </a:r>
            <a:br>
              <a:rPr sz="4000"/>
            </a:br>
            <a:r>
              <a:rPr b="0" lang="ru-RU" sz="4000" strike="noStrike" u="none">
                <a:solidFill>
                  <a:srgbClr val="2bf52c"/>
                </a:solidFill>
                <a:effectLst/>
                <a:uFillTx/>
                <a:latin typeface="YS Text Regular"/>
              </a:rPr>
              <a:t>ISO C++ National Body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marL="504000" indent="-504000" defTabSz="1828800">
              <a:lnSpc>
                <a:spcPct val="100000"/>
              </a:lnSpc>
              <a:spcBef>
                <a:spcPts val="1295"/>
              </a:spcBef>
              <a:spcAft>
                <a:spcPts val="201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Разрабатываю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   </a:t>
            </a: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 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  </a:t>
            </a: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userver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marL="504000" indent="-504000" defTabSz="1828800">
              <a:lnSpc>
                <a:spcPct val="100000"/>
              </a:lnSpc>
              <a:spcBef>
                <a:spcPts val="1417"/>
              </a:spcBef>
              <a:spcAft>
                <a:spcPts val="201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Представляю Россию в ISO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marL="504000" indent="-504000" defTabSz="1828800">
              <a:lnSpc>
                <a:spcPct val="100000"/>
              </a:lnSpc>
              <a:spcBef>
                <a:spcPts val="1417"/>
              </a:spcBef>
              <a:spcAft>
                <a:spcPts val="201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Boost.PFR, std::stacktrace, Boost.LexicalCast, Boost.Any, Boost.TypeIndex, Boost.Conversion, Boost.DLL, Boost.Variant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Bef>
                <a:spcPts val="1295"/>
              </a:spcBef>
              <a:spcAft>
                <a:spcPts val="2401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/>
          </p:nvPr>
        </p:nvSpPr>
        <p:spPr>
          <a:xfrm>
            <a:off x="11031840" y="4105800"/>
            <a:ext cx="11512800" cy="90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rgbClr val="ffffff"/>
                </a:solidFill>
                <a:effectLst/>
                <a:uFillTx/>
                <a:latin typeface="YS Display Medium"/>
              </a:rPr>
              <a:t>Антон Полухин</a:t>
            </a:r>
            <a:endParaRPr b="0" lang="en-US" sz="6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pic>
        <p:nvPicPr>
          <p:cNvPr id="532" name="Рисунок 2" descr=""/>
          <p:cNvPicPr/>
          <p:nvPr/>
        </p:nvPicPr>
        <p:blipFill>
          <a:blip r:embed="rId2"/>
          <a:stretch/>
        </p:blipFill>
        <p:spPr>
          <a:xfrm>
            <a:off x="15099480" y="7832520"/>
            <a:ext cx="431640" cy="43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PlaceHolder 4"/>
          <p:cNvSpPr>
            <a:spLocks noGrp="1"/>
          </p:cNvSpPr>
          <p:nvPr>
            <p:ph type="sldNum" idx="103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170B86-10FE-4AAC-B8C2-80EC195F68A0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2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/>
          </p:nvPr>
        </p:nvSpPr>
        <p:spPr>
          <a:xfrm>
            <a:off x="2394360" y="3168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C++26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2394360" y="50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UB &amp; IFNDR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/>
          </p:nvPr>
        </p:nvSpPr>
        <p:spPr>
          <a:xfrm>
            <a:off x="2394360" y="68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operator++(int) = default;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/>
          </p:nvPr>
        </p:nvSpPr>
        <p:spPr>
          <a:xfrm>
            <a:off x="2394360" y="86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[u]intptr_t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38" name="Текст 61"/>
          <p:cNvSpPr/>
          <p:nvPr/>
        </p:nvSpPr>
        <p:spPr>
          <a:xfrm>
            <a:off x="12310560" y="29862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06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5"/>
          <p:cNvSpPr>
            <a:spLocks noGrp="1"/>
          </p:cNvSpPr>
          <p:nvPr>
            <p:ph/>
          </p:nvPr>
        </p:nvSpPr>
        <p:spPr>
          <a:xfrm>
            <a:off x="13908960" y="3168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Template names pack indexing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40" name="Текст 63"/>
          <p:cNvSpPr/>
          <p:nvPr/>
        </p:nvSpPr>
        <p:spPr>
          <a:xfrm>
            <a:off x="12310560" y="4824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07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6"/>
          <p:cNvSpPr>
            <a:spLocks noGrp="1"/>
          </p:cNvSpPr>
          <p:nvPr>
            <p:ph/>
          </p:nvPr>
        </p:nvSpPr>
        <p:spPr>
          <a:xfrm>
            <a:off x="13908960" y="50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std::constant_wrapper - string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42" name="Текст 65"/>
          <p:cNvSpPr/>
          <p:nvPr/>
        </p:nvSpPr>
        <p:spPr>
          <a:xfrm>
            <a:off x="12310560" y="6642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08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7"/>
          <p:cNvSpPr>
            <a:spLocks noGrp="1"/>
          </p:cNvSpPr>
          <p:nvPr>
            <p:ph/>
          </p:nvPr>
        </p:nvSpPr>
        <p:spPr>
          <a:xfrm>
            <a:off x="13908960" y="68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FP в std::format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44" name="Текст 67"/>
          <p:cNvSpPr/>
          <p:nvPr/>
        </p:nvSpPr>
        <p:spPr>
          <a:xfrm>
            <a:off x="12310560" y="84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09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8"/>
          <p:cNvSpPr>
            <a:spLocks noGrp="1"/>
          </p:cNvSpPr>
          <p:nvPr>
            <p:ph/>
          </p:nvPr>
        </p:nvSpPr>
        <p:spPr>
          <a:xfrm>
            <a:off x="13908960" y="86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lookup(const Key&amp;)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46" name="Текст 69"/>
          <p:cNvSpPr/>
          <p:nvPr/>
        </p:nvSpPr>
        <p:spPr>
          <a:xfrm>
            <a:off x="791640" y="102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05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9"/>
          <p:cNvSpPr>
            <a:spLocks noGrp="1"/>
          </p:cNvSpPr>
          <p:nvPr>
            <p:ph/>
          </p:nvPr>
        </p:nvSpPr>
        <p:spPr>
          <a:xfrm>
            <a:off x="2403720" y="104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Contracts + virtual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48" name="Текст 71"/>
          <p:cNvSpPr/>
          <p:nvPr/>
        </p:nvSpPr>
        <p:spPr>
          <a:xfrm>
            <a:off x="12310560" y="102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10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10"/>
          <p:cNvSpPr>
            <a:spLocks noGrp="1"/>
          </p:cNvSpPr>
          <p:nvPr>
            <p:ph/>
          </p:nvPr>
        </p:nvSpPr>
        <p:spPr>
          <a:xfrm>
            <a:off x="13908960" y="10404000"/>
            <a:ext cx="8999640" cy="111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Аттрибуты std::thread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50" name="PlaceHolder 1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Содержание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51" name="Текст 57"/>
          <p:cNvSpPr/>
          <p:nvPr/>
        </p:nvSpPr>
        <p:spPr>
          <a:xfrm>
            <a:off x="791640" y="2988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01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Текст 59"/>
          <p:cNvSpPr/>
          <p:nvPr/>
        </p:nvSpPr>
        <p:spPr>
          <a:xfrm>
            <a:off x="791640" y="482436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02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Текст 55"/>
          <p:cNvSpPr/>
          <p:nvPr/>
        </p:nvSpPr>
        <p:spPr>
          <a:xfrm>
            <a:off x="791640" y="6642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03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Текст 2"/>
          <p:cNvSpPr/>
          <p:nvPr/>
        </p:nvSpPr>
        <p:spPr>
          <a:xfrm>
            <a:off x="791640" y="8460000"/>
            <a:ext cx="1079640" cy="899640"/>
          </a:xfrm>
          <a:prstGeom prst="roundRect">
            <a:avLst>
              <a:gd name="adj" fmla="val 33961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04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12"/>
          <p:cNvSpPr>
            <a:spLocks noGrp="1"/>
          </p:cNvSpPr>
          <p:nvPr>
            <p:ph type="sldNum" idx="104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22CDF8-7491-4B77-8F11-D55CA043244E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2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C++26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UA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01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/>
          </p:nvPr>
        </p:nvSpPr>
        <p:spPr>
          <a:xfrm>
            <a:off x="2830680" y="6916320"/>
            <a:ext cx="18719280" cy="4884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algn="ctr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14000" strike="noStrike" u="none">
                <a:solidFill>
                  <a:srgbClr val="ffffff"/>
                </a:solidFill>
                <a:effectLst/>
                <a:uFillTx/>
                <a:latin typeface="YS Display Medium"/>
              </a:rPr>
              <a:t>WG21 C++ всё сделала и теперь ожидаем</a:t>
            </a:r>
            <a:endParaRPr b="0" lang="en-US" sz="1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59" name="PlaceHolder 2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54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buNone/>
            </a:pPr>
            <a:r>
              <a:rPr b="0" lang="ru-RU" sz="30000" strike="noStrike" u="none">
                <a:solidFill>
                  <a:srgbClr val="2bf52c"/>
                </a:solidFill>
                <a:effectLst/>
                <a:uFillTx/>
                <a:latin typeface="YS Display Medium"/>
              </a:rPr>
              <a:t>C++26</a:t>
            </a:r>
            <a:endParaRPr b="0" lang="en-US" sz="3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105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106372-3BCB-45BD-8AB6-DC515D1E9F3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2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С++26 ключевые фичи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 type="sldNum" idx="10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C01E8B-9283-4A09-B6B3-F1D12EB2D717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2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Прямоугольник: скругленные углы 22"/>
          <p:cNvSpPr/>
          <p:nvPr/>
        </p:nvSpPr>
        <p:spPr>
          <a:xfrm>
            <a:off x="91440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2bf5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С++26 ключевые фичи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1425600" y="4979160"/>
            <a:ext cx="608364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Reflection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/>
          </p:nvPr>
        </p:nvSpPr>
        <p:spPr>
          <a:xfrm>
            <a:off x="1425600" y="3596400"/>
            <a:ext cx="14047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8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01</a:t>
            </a: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/>
          </p:nvPr>
        </p:nvSpPr>
        <p:spPr>
          <a:xfrm>
            <a:off x="1395000" y="5943600"/>
            <a:ext cx="608364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^^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[::]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68" name="PlaceHolder 5"/>
          <p:cNvSpPr>
            <a:spLocks noGrp="1"/>
          </p:cNvSpPr>
          <p:nvPr>
            <p:ph type="sldNum" idx="107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03987C-29C1-4F2A-A04C-92625B2769DA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2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Прямоугольник: скругленные углы 20"/>
          <p:cNvSpPr/>
          <p:nvPr/>
        </p:nvSpPr>
        <p:spPr>
          <a:xfrm>
            <a:off x="858600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2bf5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570" name="Прямоугольник: скругленные углы 22"/>
          <p:cNvSpPr/>
          <p:nvPr/>
        </p:nvSpPr>
        <p:spPr>
          <a:xfrm>
            <a:off x="91440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571" name="PlaceHolder 1"/>
          <p:cNvSpPr>
            <a:spLocks noGrp="1"/>
          </p:cNvSpPr>
          <p:nvPr>
            <p:ph/>
          </p:nvPr>
        </p:nvSpPr>
        <p:spPr>
          <a:xfrm>
            <a:off x="9114120" y="3596400"/>
            <a:ext cx="14047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8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02</a:t>
            </a: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72" name="PlaceHolder 2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С++26 ключевые фичи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/>
          </p:nvPr>
        </p:nvSpPr>
        <p:spPr>
          <a:xfrm>
            <a:off x="1425600" y="4979160"/>
            <a:ext cx="608364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Reflection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74" name="PlaceHolder 4"/>
          <p:cNvSpPr>
            <a:spLocks noGrp="1"/>
          </p:cNvSpPr>
          <p:nvPr>
            <p:ph/>
          </p:nvPr>
        </p:nvSpPr>
        <p:spPr>
          <a:xfrm>
            <a:off x="1425600" y="3596400"/>
            <a:ext cx="14047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8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01</a:t>
            </a: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75" name="PlaceHolder 5"/>
          <p:cNvSpPr>
            <a:spLocks noGrp="1"/>
          </p:cNvSpPr>
          <p:nvPr>
            <p:ph/>
          </p:nvPr>
        </p:nvSpPr>
        <p:spPr>
          <a:xfrm>
            <a:off x="9114120" y="4979160"/>
            <a:ext cx="608364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Contracts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76" name="PlaceHolder 6"/>
          <p:cNvSpPr>
            <a:spLocks noGrp="1"/>
          </p:cNvSpPr>
          <p:nvPr>
            <p:ph/>
          </p:nvPr>
        </p:nvSpPr>
        <p:spPr>
          <a:xfrm>
            <a:off x="1395000" y="5943600"/>
            <a:ext cx="608364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effectLst/>
                <a:uFillTx/>
                <a:latin typeface="YS Text Regular"/>
              </a:rPr>
              <a:t>^^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effectLst/>
                <a:uFillTx/>
                <a:latin typeface="YS Text Regular"/>
              </a:rPr>
              <a:t>[::]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77" name="PlaceHolder 7"/>
          <p:cNvSpPr>
            <a:spLocks noGrp="1"/>
          </p:cNvSpPr>
          <p:nvPr>
            <p:ph/>
          </p:nvPr>
        </p:nvSpPr>
        <p:spPr>
          <a:xfrm>
            <a:off x="9065520" y="5943600"/>
            <a:ext cx="608364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pre(x &lt; 0)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post(r: r &gt; 0)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Regular"/>
              </a:rPr>
              <a:t>contract_assert(y != 0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78" name="PlaceHolder 8"/>
          <p:cNvSpPr>
            <a:spLocks noGrp="1"/>
          </p:cNvSpPr>
          <p:nvPr>
            <p:ph type="sldNum" idx="10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5E6026-ECC9-41CE-8B2C-426001409F2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8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Прямоугольник: скругленные углы 20"/>
          <p:cNvSpPr/>
          <p:nvPr/>
        </p:nvSpPr>
        <p:spPr>
          <a:xfrm>
            <a:off x="858600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580" name="Прямоугольник: скругленные углы 21"/>
          <p:cNvSpPr/>
          <p:nvPr/>
        </p:nvSpPr>
        <p:spPr>
          <a:xfrm>
            <a:off x="1625436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2bf5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Display Medium"/>
            </a:endParaRPr>
          </a:p>
        </p:txBody>
      </p:sp>
      <p:sp>
        <p:nvSpPr>
          <p:cNvPr id="581" name="Прямоугольник: скругленные углы 22"/>
          <p:cNvSpPr/>
          <p:nvPr/>
        </p:nvSpPr>
        <p:spPr>
          <a:xfrm>
            <a:off x="91440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582" name="PlaceHolder 1"/>
          <p:cNvSpPr>
            <a:spLocks noGrp="1"/>
          </p:cNvSpPr>
          <p:nvPr>
            <p:ph/>
          </p:nvPr>
        </p:nvSpPr>
        <p:spPr>
          <a:xfrm>
            <a:off x="16760160" y="3596400"/>
            <a:ext cx="14047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8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03</a:t>
            </a: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/>
          </p:nvPr>
        </p:nvSpPr>
        <p:spPr>
          <a:xfrm>
            <a:off x="9114120" y="3596400"/>
            <a:ext cx="14047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8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02</a:t>
            </a: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С++26 ключевые фичи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85" name="PlaceHolder 4"/>
          <p:cNvSpPr>
            <a:spLocks noGrp="1"/>
          </p:cNvSpPr>
          <p:nvPr>
            <p:ph/>
          </p:nvPr>
        </p:nvSpPr>
        <p:spPr>
          <a:xfrm>
            <a:off x="1425600" y="4979160"/>
            <a:ext cx="608364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Reflection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86" name="PlaceHolder 5"/>
          <p:cNvSpPr>
            <a:spLocks noGrp="1"/>
          </p:cNvSpPr>
          <p:nvPr>
            <p:ph/>
          </p:nvPr>
        </p:nvSpPr>
        <p:spPr>
          <a:xfrm>
            <a:off x="1425600" y="3596400"/>
            <a:ext cx="140472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8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01</a:t>
            </a:r>
            <a:endParaRPr b="0" lang="en-US" sz="8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87" name="PlaceHolder 6"/>
          <p:cNvSpPr>
            <a:spLocks noGrp="1"/>
          </p:cNvSpPr>
          <p:nvPr>
            <p:ph/>
          </p:nvPr>
        </p:nvSpPr>
        <p:spPr>
          <a:xfrm>
            <a:off x="9114120" y="4979160"/>
            <a:ext cx="608364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Contracts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88" name="PlaceHolder 7"/>
          <p:cNvSpPr>
            <a:spLocks noGrp="1"/>
          </p:cNvSpPr>
          <p:nvPr>
            <p:ph/>
          </p:nvPr>
        </p:nvSpPr>
        <p:spPr>
          <a:xfrm>
            <a:off x="16760160" y="4979160"/>
            <a:ext cx="608364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Executors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SIMD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std::hive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800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YS Text Bold"/>
              </a:rPr>
              <a:t>...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89" name="PlaceHolder 8"/>
          <p:cNvSpPr>
            <a:spLocks noGrp="1"/>
          </p:cNvSpPr>
          <p:nvPr>
            <p:ph/>
          </p:nvPr>
        </p:nvSpPr>
        <p:spPr>
          <a:xfrm>
            <a:off x="1395000" y="5943600"/>
            <a:ext cx="608364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effectLst/>
                <a:uFillTx/>
                <a:latin typeface="YS Text Regular"/>
              </a:rPr>
              <a:t>^^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effectLst/>
                <a:uFillTx/>
                <a:latin typeface="YS Text Regular"/>
              </a:rPr>
              <a:t>[::]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90" name="PlaceHolder 9"/>
          <p:cNvSpPr>
            <a:spLocks noGrp="1"/>
          </p:cNvSpPr>
          <p:nvPr>
            <p:ph/>
          </p:nvPr>
        </p:nvSpPr>
        <p:spPr>
          <a:xfrm>
            <a:off x="9065520" y="5943600"/>
            <a:ext cx="608364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effectLst/>
                <a:uFillTx/>
                <a:latin typeface="YS Text Regular"/>
              </a:rPr>
              <a:t>pre(x &lt; 0)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effectLst/>
                <a:uFillTx/>
                <a:latin typeface="YS Text Regular"/>
              </a:rPr>
              <a:t>post(r: r &gt; 0)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effectLst/>
                <a:uFillTx/>
                <a:latin typeface="YS Text Regular"/>
              </a:rPr>
              <a:t>contract_assert(y != 0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91" name="PlaceHolder 10"/>
          <p:cNvSpPr>
            <a:spLocks noGrp="1"/>
          </p:cNvSpPr>
          <p:nvPr>
            <p:ph type="sldNum" idx="109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A1A341-73AD-430B-A327-CFC3C136DFEA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9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/>
          </p:nvPr>
        </p:nvSpPr>
        <p:spPr>
          <a:xfrm>
            <a:off x="2830680" y="6916320"/>
            <a:ext cx="18719280" cy="4884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algn="ctr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14000" strike="noStrike" u="none">
                <a:solidFill>
                  <a:srgbClr val="ffffff"/>
                </a:solidFill>
                <a:effectLst/>
                <a:uFillTx/>
                <a:latin typeface="YS Display Medium"/>
              </a:rPr>
              <a:t>WG21 C++ </a:t>
            </a:r>
            <a:br>
              <a:rPr sz="14000"/>
            </a:br>
            <a:r>
              <a:rPr b="0" lang="ru-RU" sz="14000" strike="noStrike" u="none">
                <a:solidFill>
                  <a:srgbClr val="ffffff"/>
                </a:solidFill>
                <a:effectLst/>
                <a:uFillTx/>
                <a:latin typeface="YS Display Medium"/>
              </a:rPr>
              <a:t>начинает работу</a:t>
            </a:r>
            <a:endParaRPr b="0" lang="en-US" sz="1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54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buNone/>
            </a:pPr>
            <a:r>
              <a:rPr b="0" lang="ru-RU" sz="30000" strike="noStrike" u="none">
                <a:solidFill>
                  <a:srgbClr val="2bf52c"/>
                </a:solidFill>
                <a:effectLst/>
                <a:uFillTx/>
                <a:latin typeface="YS Display Medium"/>
              </a:rPr>
              <a:t>C++29</a:t>
            </a:r>
            <a:endParaRPr b="0" lang="en-US" sz="3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11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804FD8-B028-48AA-9595-580335DE2953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9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dk2"/>
                </a:solidFill>
                <a:effectLst/>
                <a:uFillTx/>
                <a:latin typeface="YS Display Medium"/>
              </a:rPr>
              <a:t>UB &amp; IFNDR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96" name="PlaceHolder 2"/>
          <p:cNvSpPr>
            <a:spLocks noGrp="1"/>
          </p:cNvSpPr>
          <p:nvPr>
            <p:ph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UA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02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Теперь все UB и IFNDR перечислены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598" name="Рисунок 7"/>
          <p:cNvSpPr/>
          <p:nvPr/>
        </p:nvSpPr>
        <p:spPr>
          <a:xfrm>
            <a:off x="914400" y="2728800"/>
            <a:ext cx="22553280" cy="9523080"/>
          </a:xfrm>
          <a:prstGeom prst="roundRect">
            <a:avLst>
              <a:gd name="adj" fmla="val 4841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 type="ftr" idx="111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/ Back to Back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112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7A7BFE-3C91-4771-84CE-074D91482446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9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Зачем?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02" name="PlaceHolder 2"/>
          <p:cNvSpPr>
            <a:spLocks noGrp="1"/>
          </p:cNvSpPr>
          <p:nvPr>
            <p:ph type="sldNum" idx="113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1739C5-71E1-4457-9255-1547E0C53B19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Прямоугольник: скругленные углы 17"/>
          <p:cNvSpPr/>
          <p:nvPr/>
        </p:nvSpPr>
        <p:spPr>
          <a:xfrm>
            <a:off x="91440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2bf5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Зачем?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pic>
        <p:nvPicPr>
          <p:cNvPr id="605" name="Рисунок 18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1438" r="0" b="1438"/>
          <a:stretch/>
        </p:blipFill>
        <p:spPr>
          <a:xfrm>
            <a:off x="1426320" y="3635280"/>
            <a:ext cx="1381680" cy="13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1395000" y="549432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Bold"/>
              </a:rPr>
              <a:t>Понятное описание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114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E9CF95-B0D8-4ECC-90B3-33D823BE3C87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Прямоугольник: скругленные углы 21"/>
          <p:cNvSpPr/>
          <p:nvPr/>
        </p:nvSpPr>
        <p:spPr>
          <a:xfrm>
            <a:off x="858600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2bf5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609" name="Прямоугольник: скругленные углы 17"/>
          <p:cNvSpPr/>
          <p:nvPr/>
        </p:nvSpPr>
        <p:spPr>
          <a:xfrm>
            <a:off x="91440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Зачем?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pic>
        <p:nvPicPr>
          <p:cNvPr id="611" name="Рисунок 18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1438" r="0" b="1438"/>
          <a:stretch/>
        </p:blipFill>
        <p:spPr>
          <a:xfrm>
            <a:off x="1426320" y="3635280"/>
            <a:ext cx="1381680" cy="13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2" name="Рисунок 19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t="1438" r="0" b="1438"/>
          <a:stretch/>
        </p:blipFill>
        <p:spPr>
          <a:xfrm>
            <a:off x="9071280" y="3635280"/>
            <a:ext cx="1381680" cy="13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1395000" y="549432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Bold"/>
              </a:rPr>
              <a:t>Понятное описание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/>
          </p:nvPr>
        </p:nvSpPr>
        <p:spPr>
          <a:xfrm>
            <a:off x="9065520" y="549432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Bold"/>
              </a:rPr>
              <a:t>Понятные примеры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 type="sldNum" idx="115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5C473B-4E45-4667-AFC3-D436A9538BE0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Прямоугольник: скругленные углы 21"/>
          <p:cNvSpPr/>
          <p:nvPr/>
        </p:nvSpPr>
        <p:spPr>
          <a:xfrm>
            <a:off x="858600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617" name="Прямоугольник: скругленные углы 22"/>
          <p:cNvSpPr/>
          <p:nvPr/>
        </p:nvSpPr>
        <p:spPr>
          <a:xfrm>
            <a:off x="1625436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2bf5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618" name="Прямоугольник: скругленные углы 17"/>
          <p:cNvSpPr/>
          <p:nvPr/>
        </p:nvSpPr>
        <p:spPr>
          <a:xfrm>
            <a:off x="914400" y="3178080"/>
            <a:ext cx="7211520" cy="7722720"/>
          </a:xfrm>
          <a:prstGeom prst="roundRect">
            <a:avLst>
              <a:gd name="adj" fmla="val 6443"/>
            </a:avLst>
          </a:prstGeom>
          <a:noFill/>
          <a:ln w="10160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0" rIns="36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ru-RU" sz="10000" strike="noStrike" u="none">
              <a:solidFill>
                <a:schemeClr val="lt1"/>
              </a:solidFill>
              <a:effectLst/>
              <a:uFillTx/>
              <a:latin typeface="YS Display Medium"/>
            </a:endParaRPr>
          </a:p>
        </p:txBody>
      </p:sp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Зачем?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pic>
        <p:nvPicPr>
          <p:cNvPr id="620" name="Рисунок 18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1438" r="0" b="1438"/>
          <a:stretch/>
        </p:blipFill>
        <p:spPr>
          <a:xfrm>
            <a:off x="1426320" y="3635280"/>
            <a:ext cx="1381680" cy="13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1" name="Рисунок 19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t="1438" r="0" b="1438"/>
          <a:stretch/>
        </p:blipFill>
        <p:spPr>
          <a:xfrm>
            <a:off x="9071280" y="3635280"/>
            <a:ext cx="1381680" cy="13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2" name="Рисунок 20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t="1438" r="0" b="1438"/>
          <a:stretch/>
        </p:blipFill>
        <p:spPr>
          <a:xfrm>
            <a:off x="16741440" y="3635280"/>
            <a:ext cx="1381680" cy="13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3" name="PlaceHolder 2"/>
          <p:cNvSpPr>
            <a:spLocks noGrp="1"/>
          </p:cNvSpPr>
          <p:nvPr>
            <p:ph/>
          </p:nvPr>
        </p:nvSpPr>
        <p:spPr>
          <a:xfrm>
            <a:off x="1395000" y="549432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Bold"/>
              </a:rPr>
              <a:t>Понятное описание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/>
          </p:nvPr>
        </p:nvSpPr>
        <p:spPr>
          <a:xfrm>
            <a:off x="9065520" y="549432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Bold"/>
              </a:rPr>
              <a:t>Понятные примеры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25" name="PlaceHolder 4"/>
          <p:cNvSpPr>
            <a:spLocks noGrp="1"/>
          </p:cNvSpPr>
          <p:nvPr>
            <p:ph/>
          </p:nvPr>
        </p:nvSpPr>
        <p:spPr>
          <a:xfrm>
            <a:off x="16734960" y="5494320"/>
            <a:ext cx="5751000" cy="374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ffffff"/>
                </a:solidFill>
                <a:effectLst/>
                <a:uFillTx/>
                <a:latin typeface="YS Text Bold"/>
              </a:rPr>
              <a:t>P3100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Улучшение диагностики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en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Erroneous behavior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  <a:p>
            <a:pPr lvl="2" marL="504000" indent="-504000" defTabSz="1828800">
              <a:lnSpc>
                <a:spcPct val="100000"/>
              </a:lnSpc>
              <a:spcAft>
                <a:spcPts val="1199"/>
              </a:spcAft>
              <a:buClr>
                <a:srgbClr val="2bf52c"/>
              </a:buClr>
              <a:buSzPct val="110000"/>
              <a:buFont typeface="Wingdings" charset="2"/>
              <a:buChar char=""/>
              <a:tabLst>
                <a:tab algn="l" pos="762012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Убирание </a:t>
            </a:r>
            <a:r>
              <a:rPr b="0" lang="en" sz="3200" strike="noStrike" u="none">
                <a:solidFill>
                  <a:schemeClr val="dk2"/>
                </a:solidFill>
                <a:effectLst/>
                <a:uFillTx/>
                <a:latin typeface="YS Text Regular"/>
              </a:rPr>
              <a:t>UB</a:t>
            </a:r>
            <a:endParaRPr b="0" lang="ru-RU" sz="3200" strike="noStrike" u="non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YS Text Regular"/>
            </a:endParaRPr>
          </a:p>
        </p:txBody>
      </p:sp>
      <p:sp>
        <p:nvSpPr>
          <p:cNvPr id="626" name="PlaceHolder 5"/>
          <p:cNvSpPr>
            <a:spLocks noGrp="1"/>
          </p:cNvSpPr>
          <p:nvPr>
            <p:ph type="sldNum" idx="11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D41A3C-E1E6-455A-8159-C965EBAB6FF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Один из UB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   void operator delete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*)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noexcept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false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throw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"oops"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*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new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delete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undefined behavior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2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117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6308CE-58FC-495D-AC45-8440D514AD3A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Один из UB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   void operator delete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*)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3"/>
                </a:solidFill>
                <a:effectLst/>
                <a:uFillTx/>
                <a:latin typeface="JetBrains Mono"/>
                <a:ea typeface="JetBrains Mono"/>
              </a:rPr>
              <a:t>noexcept</a:t>
            </a:r>
            <a:r>
              <a:rPr b="1" lang="en" sz="4000" strike="noStrike" u="none">
                <a:solidFill>
                  <a:srgbClr val="ececec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1" lang="en" sz="4000" strike="noStrike" u="none">
                <a:solidFill>
                  <a:schemeClr val="accent3"/>
                </a:solidFill>
                <a:effectLst/>
                <a:uFillTx/>
                <a:latin typeface="JetBrains Mono"/>
                <a:ea typeface="JetBrains Mono"/>
              </a:rPr>
              <a:t>false</a:t>
            </a:r>
            <a:r>
              <a:rPr b="1" lang="en" sz="4000" strike="noStrike" u="none">
                <a:solidFill>
                  <a:srgbClr val="ececec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1" lang="en" sz="4000" strike="noStrike" u="none">
                <a:solidFill>
                  <a:srgbClr val="c0c0c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throw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"oops"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*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new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delete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undefined behavior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2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11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0BFA01-537E-4E3D-A91D-D275F5C2AE1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Скругленный прямоугольник 2"/>
          <p:cNvSpPr/>
          <p:nvPr/>
        </p:nvSpPr>
        <p:spPr>
          <a:xfrm>
            <a:off x="10834200" y="3709440"/>
            <a:ext cx="4985640" cy="919800"/>
          </a:xfrm>
          <a:prstGeom prst="roundRect">
            <a:avLst>
              <a:gd name="adj" fmla="val 29008"/>
            </a:avLst>
          </a:prstGeom>
          <a:noFill/>
          <a:ln w="101600">
            <a:solidFill>
              <a:srgbClr val="2bf5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UA" sz="1800" strike="noStrike" u="none">
              <a:solidFill>
                <a:schemeClr val="lt1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Один из UB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   void operator delete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*)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noexcept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false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throw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"oops"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*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new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delete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undefined behavior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2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19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997B69-F57F-486F-8D48-7178213458F4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Один из UB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   void operator delete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*)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noexcept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false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ru-RU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Ошибка компиля</a:t>
            </a:r>
            <a:r>
              <a:rPr b="0" lang="ru-RU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ции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12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85E223-738A-4FFD-BF84-BBA2CBE07C3C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operator++(int) = default;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UA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03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Boilerplate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43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class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Foo</a:t>
            </a:r>
            <a:r>
              <a:rPr b="1" lang="en" sz="4000" strike="noStrike" u="none">
                <a:solidFill>
                  <a:srgbClr val="80008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public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constexpr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Foo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&amp;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 operator++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 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++</a:t>
            </a:r>
            <a:r>
              <a:rPr b="0" lang="en" sz="4000" strike="noStrike" u="none">
                <a:solidFill>
                  <a:srgbClr val="fc3f1d"/>
                </a:solidFill>
                <a:effectLst/>
                <a:uFillTx/>
                <a:latin typeface="JetBrains Mono Medium"/>
                <a:ea typeface="JetBrains Mono Medium"/>
              </a:rPr>
              <a:t>member_</a:t>
            </a:r>
            <a:r>
              <a:rPr b="0" lang="en" sz="4000" strike="noStrike" u="none">
                <a:solidFill>
                  <a:schemeClr val="dk2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return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*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this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constexpr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Foo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operator++</a:t>
            </a:r>
            <a:r>
              <a:rPr b="0" lang="en" sz="4000" strike="noStrike" u="none">
                <a:solidFill>
                  <a:schemeClr val="dk2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 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copy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{*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this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this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-&gt;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operator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++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return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copy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private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int </a:t>
            </a:r>
            <a:r>
              <a:rPr b="0" lang="en" sz="4000" strike="noStrike" u="none">
                <a:solidFill>
                  <a:srgbClr val="fc3f1d"/>
                </a:solidFill>
                <a:effectLst/>
                <a:uFillTx/>
                <a:latin typeface="JetBrains Mono Medium"/>
                <a:ea typeface="JetBrains Mono Medium"/>
              </a:rPr>
              <a:t>member_</a:t>
            </a:r>
            <a:r>
              <a:rPr b="0" lang="en" sz="4000" strike="noStrike" u="none">
                <a:solidFill>
                  <a:schemeClr val="dk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0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121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783955-5B25-4E42-B777-604FD6EFF699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Boilerplate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class </a:t>
            </a:r>
            <a:r>
              <a:rPr b="1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Foo </a:t>
            </a: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public: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    constexpr Foo&amp; operator++() 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        ++member_;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        return *this;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    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constexpr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Foo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operator++</a:t>
            </a:r>
            <a:r>
              <a:rPr b="0" lang="en" sz="4000" strike="noStrike" u="none">
                <a:solidFill>
                  <a:schemeClr val="dk2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 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copy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{*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this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this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-&gt;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operator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++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return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copy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private: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    int member_{0};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122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2F54E7-CE1E-4D16-806A-C459A04B1CAB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No Boilerplate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class </a:t>
            </a:r>
            <a:r>
              <a:rPr b="1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Foo </a:t>
            </a: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public: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    constexpr Foo&amp; operator++() 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        ++member_;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        return *this;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    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constexpr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Foo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operator++</a:t>
            </a:r>
            <a:r>
              <a:rPr b="0" lang="en" sz="4000" strike="noStrike" u="none">
                <a:solidFill>
                  <a:schemeClr val="dk2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 =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defauit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lt1"/>
                </a:solidFill>
                <a:effectLst/>
                <a:uFillTx/>
                <a:latin typeface="JetBrains Mono Medium"/>
                <a:ea typeface="JetBrains Mono Medium"/>
              </a:rPr>
              <a:t>        auto copy{*this};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lt1"/>
                </a:solidFill>
                <a:effectLst/>
                <a:uFillTx/>
                <a:latin typeface="JetBrains Mono Medium"/>
                <a:ea typeface="JetBrains Mono Medium"/>
              </a:rPr>
              <a:t>        this-&gt;operator++();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lt1"/>
                </a:solidFill>
                <a:effectLst/>
                <a:uFillTx/>
                <a:latin typeface="JetBrains Mono Medium"/>
                <a:ea typeface="JetBrains Mono Medium"/>
              </a:rPr>
              <a:t>        return copy;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lt1"/>
                </a:solidFill>
                <a:effectLst/>
                <a:uFillTx/>
                <a:latin typeface="JetBrains Mono Medium"/>
                <a:ea typeface="JetBrains Mono Medium"/>
              </a:rPr>
              <a:t>    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private: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    int member_{0};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1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123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C56567-049D-4344-BBCE-A3056BE6C9C2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std::[u]intptr_t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UA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</a:t>
            </a:r>
            <a:r>
              <a:rPr b="0" lang="en-US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4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Contracts + virtual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54" name="PlaceHolder 2"/>
          <p:cNvSpPr>
            <a:spLocks noGrp="1"/>
          </p:cNvSpPr>
          <p:nvPr>
            <p:ph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UA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</a:t>
            </a:r>
            <a:r>
              <a:rPr b="0" lang="en-US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5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Contracts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56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a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b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	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	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	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	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</a:t>
            </a:r>
            <a:r>
              <a:rPr b="0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asserts a, b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</a:t>
            </a:r>
            <a:r>
              <a:rPr b="0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asserts e, f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124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ACC730-6801-4F97-ADF8-6016DA8D61D4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Contracts + virtual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a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b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c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d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g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h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</a:t>
            </a:r>
            <a:r>
              <a:rPr b="0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???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125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14C35A-03D2-4901-A02D-AF9EAE0DAE9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Contracts + virtual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62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a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b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c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d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g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h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</a:t>
            </a:r>
            <a:r>
              <a:rPr b="0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asserts g, h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12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2B6338-2304-49F8-B3CE-C38D6909F081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Contracts + virtual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65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a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b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c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d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g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h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ru-RU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</a:t>
            </a:r>
            <a:r>
              <a:rPr b="0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asserts g, h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static_cast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&lt;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*&gt;(&amp;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)-&gt;</a:t>
            </a:r>
            <a:r>
              <a:rPr b="0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???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127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F3FDA9-61AD-4708-8F44-C023327CE825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Contracts + virtual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a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b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c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d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g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h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ru-RU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</a:t>
            </a:r>
            <a:r>
              <a:rPr b="0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asserts g, h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static_cast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&lt;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*&gt;(&amp;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)-&gt;</a:t>
            </a:r>
            <a:r>
              <a:rPr b="0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asserts e, g, h, f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12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9BE703-DB6A-40FF-AFD2-397AB8B14558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Contracts + virtual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a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b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c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d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g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h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80008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80008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&amp;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x1ref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   void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::*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pmf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&amp;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::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x1ref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.*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pmf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)();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asserts ???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129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EFB6CF-E625-4DC4-8B76-AB6D43C4340E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Contracts + virtual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a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b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virtual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c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d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void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Y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i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override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pre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g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post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h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{}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80008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Z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80008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&amp;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x1ref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z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   void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::*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pmf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&amp;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X1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::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x1ref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.*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pmf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)(); 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asserts </a:t>
            </a:r>
            <a:r>
              <a:rPr b="0" lang="en-US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g,h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13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463C9F-8B67-425C-9146-DFB1417FABC3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Template names indexing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77" name="PlaceHolder 2"/>
          <p:cNvSpPr>
            <a:spLocks noGrp="1"/>
          </p:cNvSpPr>
          <p:nvPr>
            <p:ph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06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Индексирование шаблонных шаблонов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79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template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&lt;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typename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...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&gt;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S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using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First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...[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0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];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sldNum" idx="131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309665-D51A-43C3-B983-1F9287448F8F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Индексирование шаблонных шаблонов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template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&lt;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typename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...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&gt;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S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using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First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...[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0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];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template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&lt;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template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&lt;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typename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&gt;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typename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...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TT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&gt;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struct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S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   template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&lt;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typename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&gt;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using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First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TT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...[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0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]&lt;</a:t>
            </a:r>
            <a:r>
              <a:rPr b="1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T</a:t>
            </a: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&gt;;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132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1868DB-B4AE-44F7-91DC-0B3225EBC26C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constant_wrapper - string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85" name="PlaceHolder 2"/>
          <p:cNvSpPr>
            <a:spLocks noGrp="1"/>
          </p:cNvSpPr>
          <p:nvPr>
            <p:ph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07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std::constant_wrapper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87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template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&lt;</a:t>
            </a:r>
            <a:r>
              <a:rPr b="0" lang="en" sz="36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I&gt;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f(std::constant_wrapper&lt;I&gt;)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    // ...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36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main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f(std::cw&lt;</a:t>
            </a:r>
            <a:r>
              <a:rPr b="0" lang="en" sz="36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5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&gt;);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133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AE39BC-6D76-444E-B91E-3EFB2477E57C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std::constant_wrapper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90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&lt;source&gt;:9:6: error: no matching function for call to 'f(const std::constant_wrapper&lt;std::_CwFixedValue&lt;int&gt;{5}, int&gt;&amp;)'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    9 |     f(std::cw&lt;5&gt;); // error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      |     ~^~~~~~~~~~~~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 candidate 1: 'template&lt;int I&gt; void</a:t>
            </a:r>
            <a:r>
              <a:rPr b="0" lang="ru-RU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f(std::constant_wrapper&lt;((std::_CwFixedValue&lt;int&gt;)I)&gt;)'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      &lt;source&gt;:4:6: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          4 | auto f(std::constant_wrapper&lt;I&gt;) -&gt; void {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            |      ^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 template argument deduction/substitution failed: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 mismatched types 'int' and 'const std::_CwFixedValue&lt;int&gt;'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134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C4CBA6-6692-4EF0-80EE-9059784DFD01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std::constant_wrapper </a:t>
            </a:r>
            <a:r>
              <a:rPr b="0" lang="en-US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—</a:t>
            </a: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 string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a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std::cw&lt;"foo"&gt;;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b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std::cw&lt;"bar"&gt;;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a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==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rgbClr val="ececec"/>
                </a:solidFill>
                <a:effectLst/>
                <a:uFillTx/>
                <a:latin typeface="JetBrains Mono Medium"/>
                <a:ea typeface="JetBrains Mono Medium"/>
              </a:rPr>
              <a:t>b;</a:t>
            </a:r>
            <a:r>
              <a:rPr b="0" lang="en" sz="36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36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error</a:t>
            </a:r>
            <a:endParaRPr b="0" lang="en-US" sz="36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135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60A1DD-8CD7-4A95-9F75-DCE698487DC7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FP в std::format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96" name="PlaceHolder 2"/>
          <p:cNvSpPr>
            <a:spLocks noGrp="1"/>
          </p:cNvSpPr>
          <p:nvPr>
            <p:ph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08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std::format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698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std::format("{}",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120000.0);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13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DBE43B-723F-4026-9FCD-9F137842E9B5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std::format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01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std::format("{}",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120000.0);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"120000"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137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7552CC-8E73-4412-BE7E-DC55D50B2BC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std::format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std::format("{}",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120000.0);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"120000"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std::format("{}",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100000.0);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13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065DCF-C97C-41AA-BE2C-DB5BD8139374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std::format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07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std::format("{}",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120000.0);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"120000"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std::format("{}",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100000.0);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"1e+05"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139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9AF9E9-95D8-4356-A429-FB6AAF73B034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std::format fixed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10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s1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std::format("{}",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120000.0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"120000"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s2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std::format("{}",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100000.0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"100000"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s3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std::format("{:L}",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120000.0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"120.000"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s4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std::format("{:L}",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 100000.0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"100.000"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14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3C74DF-2B88-4A39-9171-F674D91169C9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lookup(const Key&amp;)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13" name="PlaceHolder 2"/>
          <p:cNvSpPr>
            <a:spLocks noGrp="1"/>
          </p:cNvSpPr>
          <p:nvPr>
            <p:ph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09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find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15" name="PlaceHolder 2"/>
          <p:cNvSpPr>
            <a:spLocks noGrp="1"/>
          </p:cNvSpPr>
          <p:nvPr>
            <p:ph/>
          </p:nvPr>
        </p:nvSpPr>
        <p:spPr>
          <a:xfrm>
            <a:off x="4572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do_something(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key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const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std::unordered_map&lt;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&gt;&amp;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int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result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42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if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it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cache.find(key);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it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!=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cache.end())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result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it-&gt;second;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return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result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141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48120B-A16F-4011-B745-2ECF98EF442C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find vs lookup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18" name="PlaceHolder 2"/>
          <p:cNvSpPr>
            <a:spLocks noGrp="1"/>
          </p:cNvSpPr>
          <p:nvPr>
            <p:ph/>
          </p:nvPr>
        </p:nvSpPr>
        <p:spPr>
          <a:xfrm>
            <a:off x="4572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do_something(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key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rgbClr val="808000"/>
                </a:solidFill>
                <a:effectLst/>
                <a:uFillTx/>
                <a:latin typeface="JetBrains Mono Medium"/>
                <a:ea typeface="JetBrains Mono Medium"/>
              </a:rPr>
              <a:t>const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std::unordered_map&lt;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&gt;&amp;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   int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result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42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if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it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cache.find(key);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it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!=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cache.end())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result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=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it-&gt;second;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return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result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do_something(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key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const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std::unordered_map&lt;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&gt;&amp;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   return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cache.lookup(key).value_or(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42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);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142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BC9B75-9427-473D-9380-FE880AA1EDCB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lookup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21" name="PlaceHolder 2"/>
          <p:cNvSpPr>
            <a:spLocks noGrp="1"/>
          </p:cNvSpPr>
          <p:nvPr>
            <p:ph type="ftr" idx="143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/ Back to Back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144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283E1B-646C-4CFF-BE29-CE931E024265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Текст 10"/>
          <p:cNvSpPr/>
          <p:nvPr/>
        </p:nvSpPr>
        <p:spPr>
          <a:xfrm>
            <a:off x="457200" y="2682000"/>
            <a:ext cx="22553280" cy="9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0" rIns="0" tIns="360000" bIns="0" anchor="t">
            <a:noAutofit/>
          </a:bodyPr>
          <a:p>
            <a:pPr defTabSz="182880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do_something(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key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const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std::unordered_map&lt;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&gt;&amp;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   return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cache.lookup(key)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20000"/>
              </a:lnSpc>
              <a:spcAft>
                <a:spcPts val="1199"/>
              </a:spcAft>
              <a:tabLst>
                <a:tab algn="l" pos="0"/>
              </a:tabLst>
            </a:pP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lookup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25" name="PlaceHolder 2"/>
          <p:cNvSpPr>
            <a:spLocks noGrp="1"/>
          </p:cNvSpPr>
          <p:nvPr>
            <p:ph type="ftr" idx="145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/ Back to Back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146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C32EF9-6604-4C9D-A99F-97B03D77A36D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Текст 10"/>
          <p:cNvSpPr/>
          <p:nvPr/>
        </p:nvSpPr>
        <p:spPr>
          <a:xfrm>
            <a:off x="457200" y="2682000"/>
            <a:ext cx="23467680" cy="9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0" rIns="0" tIns="360000" bIns="0" anchor="t">
            <a:noAutofit/>
          </a:bodyPr>
          <a:p>
            <a:pPr defTabSz="182880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do_something(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key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const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std::unordered_map&lt;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&gt;&amp;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return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cache.lookup(key)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.or_else([&amp;cache]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 return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cache.lookup(kFallbackValue);</a:t>
            </a:r>
            <a:r>
              <a:rPr b="0" lang="ru-RU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})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20000"/>
              </a:lnSpc>
              <a:spcAft>
                <a:spcPts val="1199"/>
              </a:spcAft>
              <a:tabLst>
                <a:tab algn="l" pos="0"/>
              </a:tabLst>
            </a:pP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rgbClr val="ececec"/>
                </a:solidFill>
                <a:effectLst/>
                <a:uFillTx/>
                <a:latin typeface="YS Display Medium"/>
              </a:rPr>
              <a:t>lookup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 type="ftr" idx="147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/ Back to Back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148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1E9B18-2233-4286-B978-53C0D7348C56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Текст 10"/>
          <p:cNvSpPr/>
          <p:nvPr/>
        </p:nvSpPr>
        <p:spPr>
          <a:xfrm>
            <a:off x="457200" y="2682000"/>
            <a:ext cx="23467680" cy="9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0" rIns="0" tIns="360000" bIns="0" anchor="t">
            <a:noAutofit/>
          </a:bodyPr>
          <a:p>
            <a:pPr defTabSz="182880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auto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do_something(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key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const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std::unordered_map&lt;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&gt;&amp;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return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cache.lookup(key)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.or_else([&amp;cache]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return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cache.lookup(kFallbackValue);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})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|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std::views::transform(...) | ....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;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1828800">
              <a:lnSpc>
                <a:spcPct val="120000"/>
              </a:lnSpc>
              <a:spcAft>
                <a:spcPts val="1199"/>
              </a:spcAft>
              <a:tabLst>
                <a:tab algn="l" pos="0"/>
              </a:tabLst>
            </a:pP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1389600" y="4086360"/>
            <a:ext cx="16324920" cy="408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0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Аттрибуты std::thread</a:t>
            </a:r>
            <a:endParaRPr b="0" lang="en-US" sz="10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/>
          </p:nvPr>
        </p:nvSpPr>
        <p:spPr>
          <a:xfrm>
            <a:off x="1425600" y="1363680"/>
            <a:ext cx="2553480" cy="136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1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10</a:t>
            </a:r>
            <a:endParaRPr b="0" lang="en-US" sz="11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22553280" cy="135684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90000"/>
              </a:lnSpc>
              <a:buNone/>
            </a:pPr>
            <a:r>
              <a:rPr b="0" lang="ru-RU" sz="8000" strike="noStrike" u="none">
                <a:solidFill>
                  <a:schemeClr val="lt2"/>
                </a:solidFill>
                <a:effectLst/>
                <a:uFillTx/>
                <a:latin typeface="YS Display Medium"/>
              </a:rPr>
              <a:t>std::[j]thread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/>
          </p:nvPr>
        </p:nvSpPr>
        <p:spPr>
          <a:xfrm>
            <a:off x="914400" y="2728800"/>
            <a:ext cx="22553280" cy="952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432000" rIns="0" tIns="36000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#include &lt;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thread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&gt;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void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f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);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accent3"/>
                </a:solidFill>
                <a:effectLst/>
                <a:uFillTx/>
                <a:latin typeface="JetBrains Mono Medium"/>
                <a:ea typeface="JetBrains Mono Medium"/>
              </a:rPr>
              <a:t>int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1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main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()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{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std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::</a:t>
            </a:r>
            <a:r>
              <a:rPr b="0" lang="en" sz="4000" strike="noStrike" u="none">
                <a:solidFill>
                  <a:schemeClr val="accent6"/>
                </a:solidFill>
                <a:effectLst/>
                <a:uFillTx/>
                <a:latin typeface="JetBrains Mono Medium"/>
                <a:ea typeface="JetBrains Mono Medium"/>
              </a:rPr>
              <a:t>thread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thread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(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std::thread::name_hint(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"fs-worker"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),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std::thread::stack_size_hint(512*1024),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    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f,</a:t>
            </a: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42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);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2"/>
                </a:solidFill>
                <a:effectLst/>
                <a:uFillTx/>
                <a:latin typeface="JetBrains Mono Medium"/>
                <a:ea typeface="JetBrains Mono Medium"/>
              </a:rPr>
              <a:t>// ...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c0c0c0"/>
                </a:solidFill>
                <a:effectLst/>
                <a:uFillTx/>
                <a:latin typeface="JetBrains Mono Medium"/>
                <a:ea typeface="JetBrains Mono Medium"/>
              </a:rPr>
              <a:t>    </a:t>
            </a:r>
            <a:r>
              <a:rPr b="0" lang="en" sz="4000" strike="noStrike" u="none">
                <a:solidFill>
                  <a:schemeClr val="accent4"/>
                </a:solidFill>
                <a:effectLst/>
                <a:uFillTx/>
                <a:latin typeface="JetBrains Mono Medium"/>
                <a:ea typeface="JetBrains Mono Medium"/>
              </a:rPr>
              <a:t>thread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.</a:t>
            </a:r>
            <a:r>
              <a:rPr b="0" lang="en" sz="4000" strike="noStrike" u="none">
                <a:solidFill>
                  <a:schemeClr val="accent5"/>
                </a:solidFill>
                <a:effectLst/>
                <a:uFillTx/>
                <a:latin typeface="JetBrains Mono Medium"/>
                <a:ea typeface="JetBrains Mono Medium"/>
              </a:rPr>
              <a:t>join</a:t>
            </a: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();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lt2"/>
                </a:solidFill>
                <a:effectLst/>
                <a:uFillTx/>
                <a:latin typeface="JetBrains Mono Medium"/>
                <a:ea typeface="JetBrains Mono Medium"/>
              </a:rPr>
              <a:t>}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  <a:p>
            <a:pPr indent="0" defTabSz="1828800">
              <a:lnSpc>
                <a:spcPct val="120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ftr" idx="149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/ Back to Back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PlaceHolder 4"/>
          <p:cNvSpPr>
            <a:spLocks noGrp="1"/>
          </p:cNvSpPr>
          <p:nvPr>
            <p:ph type="sldNum" idx="150"/>
          </p:nvPr>
        </p:nvSpPr>
        <p:spPr>
          <a:xfrm>
            <a:off x="22007520" y="12481200"/>
            <a:ext cx="1460160" cy="3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A654AD-8A0D-4AE9-AD6F-8DC6A54A5ACC}" type="slidenum">
              <a:rPr b="0" lang="ru-RU" sz="24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1425600" y="2728800"/>
            <a:ext cx="11909160" cy="2263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defTabSz="1828800">
              <a:lnSpc>
                <a:spcPct val="80000"/>
              </a:lnSpc>
              <a:buNone/>
            </a:pPr>
            <a:r>
              <a:rPr b="0" lang="ru-RU" sz="14000" strike="noStrike" u="none">
                <a:solidFill>
                  <a:schemeClr val="accent2"/>
                </a:solidFill>
                <a:effectLst/>
                <a:uFillTx/>
                <a:latin typeface="YS Display Medium"/>
              </a:rPr>
              <a:t>Спасибо!</a:t>
            </a:r>
            <a:endParaRPr b="0" lang="en-US" sz="14000" strike="noStrike" u="none">
              <a:solidFill>
                <a:schemeClr val="dk1"/>
              </a:solidFill>
              <a:effectLst/>
              <a:uFillTx/>
              <a:latin typeface="YS Text Regular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/>
          </p:nvPr>
        </p:nvSpPr>
        <p:spPr>
          <a:xfrm>
            <a:off x="1431000" y="9050400"/>
            <a:ext cx="11903760" cy="47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YS Text Bold"/>
              </a:rPr>
              <a:t>Антон Полухин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/>
          </p:nvPr>
        </p:nvSpPr>
        <p:spPr>
          <a:xfrm>
            <a:off x="1431000" y="9987120"/>
            <a:ext cx="7170480" cy="133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18288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YS Text Regular"/>
              </a:rPr>
              <a:t>Техплатформа Городских сервисов Яндекса, руководитель группы разработки общих компонентов</a:t>
            </a:r>
            <a:endParaRPr b="0" lang="en-US" sz="28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41" name="Рисунок 9"/>
          <p:cNvSpPr/>
          <p:nvPr/>
        </p:nvSpPr>
        <p:spPr>
          <a:xfrm>
            <a:off x="15797160" y="1363680"/>
            <a:ext cx="7189920" cy="7259400"/>
          </a:xfrm>
          <a:prstGeom prst="roundRect">
            <a:avLst>
              <a:gd name="adj" fmla="val 5476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4"/>
          <p:cNvSpPr>
            <a:spLocks noGrp="1"/>
          </p:cNvSpPr>
          <p:nvPr>
            <p:ph/>
          </p:nvPr>
        </p:nvSpPr>
        <p:spPr>
          <a:xfrm>
            <a:off x="15797160" y="9080640"/>
            <a:ext cx="7170480" cy="224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1828800">
              <a:lnSpc>
                <a:spcPct val="100000"/>
              </a:lnSpc>
              <a:spcBef>
                <a:spcPts val="2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YS Text Regular"/>
              </a:rPr>
              <a:t>Оцените доклад</a:t>
            </a:r>
            <a:endParaRPr b="0" lang="en-US" sz="4000" strike="noStrike" u="none">
              <a:solidFill>
                <a:schemeClr val="dk2"/>
              </a:solidFill>
              <a:effectLst/>
              <a:uFillTx/>
              <a:latin typeface="YS Text Regular"/>
            </a:endParaRPr>
          </a:p>
        </p:txBody>
      </p:sp>
      <p:sp>
        <p:nvSpPr>
          <p:cNvPr id="743" name="PlaceHolder 5"/>
          <p:cNvSpPr>
            <a:spLocks noGrp="1"/>
          </p:cNvSpPr>
          <p:nvPr>
            <p:ph type="ftr" idx="151"/>
          </p:nvPr>
        </p:nvSpPr>
        <p:spPr>
          <a:xfrm>
            <a:off x="1389600" y="12481200"/>
            <a:ext cx="14867640" cy="30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7f7f7f"/>
                </a:solidFill>
                <a:effectLst/>
                <a:uFillTx/>
                <a:latin typeface="YS Text Regular"/>
              </a:rPr>
              <a:t>/ Back to Back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Другая 305">
      <a:dk1>
        <a:srgbClr val="000000"/>
      </a:dk1>
      <a:lt1>
        <a:srgbClr val="1b1b1b"/>
      </a:lt1>
      <a:dk2>
        <a:srgbClr val="ffffff"/>
      </a:dk2>
      <a:lt2>
        <a:srgbClr val="ececec"/>
      </a:lt2>
      <a:accent1>
        <a:srgbClr val="595959"/>
      </a:accent1>
      <a:accent2>
        <a:srgbClr val="2bf52c"/>
      </a:accent2>
      <a:accent3>
        <a:srgbClr val="fed42b"/>
      </a:accent3>
      <a:accent4>
        <a:srgbClr val="efa0ef"/>
      </a:accent4>
      <a:accent5>
        <a:srgbClr val="00d1ff"/>
      </a:accent5>
      <a:accent6>
        <a:srgbClr val="ff017e"/>
      </a:accent6>
      <a:hlink>
        <a:srgbClr val="767676"/>
      </a:hlink>
      <a:folHlink>
        <a:srgbClr val="767676"/>
      </a:folHlink>
    </a:clrScheme>
    <a:fontScheme name="yfd new">
      <a:majorFont>
        <a:latin typeface="YS Display Medium" pitchFamily="0" charset="1"/>
        <a:ea typeface=""/>
        <a:cs typeface=""/>
      </a:majorFont>
      <a:minorFont>
        <a:latin typeface="YS Text Regula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46998</TotalTime>
  <Application>LibreOffice/25.2.2.2$Linux_X86_64 LibreOffice_project/520$Build-2</Application>
  <AppVersion>15.0000</AppVersion>
  <Words>2425</Words>
  <Paragraphs>466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2024-10-02T10:23:05Z</dcterms:created>
  <dc:creator>Tatiana Nichiporuk</dc:creator>
  <dc:description/>
  <dc:language>en-US</dc:language>
  <cp:lastModifiedBy/>
  <dcterms:modified xsi:type="dcterms:W3CDTF">2026-08-03T15:18:03Z</dcterms:modified>
  <cp:revision>307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Произвольный</vt:lpwstr>
  </property>
  <property fmtid="{D5CDD505-2E9C-101B-9397-08002B2CF9AE}" pid="3" name="Slides">
    <vt:i4>55</vt:i4>
  </property>
</Properties>
</file>